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media/image3.svg" ContentType="image/svg"/>
  <Override PartName="/ppt/slides/slide2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2.png"/><Relationship Id="rId11" Type="http://schemas.openxmlformats.org/officeDocument/2006/relationships/image" Target="../media/image3.sv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0" y="0"/>
            <a:ext cx="10080360" cy="4114440"/>
            <a:chOff x="0" y="0"/>
            <a:chExt cx="10080360" cy="4114440"/>
          </a:xfrm>
        </p:grpSpPr>
        <p:sp>
          <p:nvSpPr>
            <p:cNvPr id="3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1280160"/>
              <a:ext cx="1554120" cy="63972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914400" y="1920240"/>
              <a:ext cx="1279800" cy="1828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194560" y="548640"/>
              <a:ext cx="1279800" cy="18284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474720" y="118872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4206240" y="0"/>
              <a:ext cx="1462680" cy="91404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663440" y="914400"/>
              <a:ext cx="1005480" cy="456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474720" y="1737360"/>
              <a:ext cx="3108600" cy="1005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4114800" y="2743200"/>
              <a:ext cx="1462680" cy="10054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583680" y="1463040"/>
              <a:ext cx="1554120" cy="45684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15200" y="1920240"/>
              <a:ext cx="1462680" cy="164556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743200" y="2377440"/>
              <a:ext cx="548280" cy="82260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595360" y="0"/>
              <a:ext cx="1485000" cy="146268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6766560" y="0"/>
              <a:ext cx="273960" cy="10054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554480" y="0"/>
              <a:ext cx="182520" cy="91404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3017520"/>
              <a:ext cx="365400" cy="109692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9601200" y="2560320"/>
              <a:ext cx="365400" cy="15541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778240" y="182880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2" name=""/>
          <p:cNvSpPr/>
          <p:nvPr/>
        </p:nvSpPr>
        <p:spPr>
          <a:xfrm>
            <a:off x="7560000" y="4320000"/>
            <a:ext cx="36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"/>
          </p:nvPr>
        </p:nvSpPr>
        <p:spPr>
          <a:xfrm>
            <a:off x="7740000" y="4392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2"/>
          </p:nvPr>
        </p:nvSpPr>
        <p:spPr>
          <a:xfrm>
            <a:off x="7740000" y="5166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FF1D91-0A3C-40F3-9053-5A55640AF90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dt" idx="3"/>
          </p:nvPr>
        </p:nvSpPr>
        <p:spPr>
          <a:xfrm>
            <a:off x="7740000" y="4860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"/>
          <p:cNvGrpSpPr/>
          <p:nvPr/>
        </p:nvGrpSpPr>
        <p:grpSpPr>
          <a:xfrm>
            <a:off x="0" y="0"/>
            <a:ext cx="10080360" cy="4114440"/>
            <a:chOff x="0" y="0"/>
            <a:chExt cx="10080360" cy="4114440"/>
          </a:xfrm>
        </p:grpSpPr>
        <p:sp>
          <p:nvSpPr>
            <p:cNvPr id="29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0" y="1280160"/>
              <a:ext cx="1554120" cy="63972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914400" y="1920240"/>
              <a:ext cx="1279800" cy="1828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2194560" y="548640"/>
              <a:ext cx="1279800" cy="18284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3474720" y="118872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4206240" y="0"/>
              <a:ext cx="1462680" cy="91404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4663440" y="914400"/>
              <a:ext cx="1005480" cy="456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3474720" y="1737360"/>
              <a:ext cx="3108600" cy="1005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4114800" y="2743200"/>
              <a:ext cx="1462680" cy="10054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6583680" y="1463040"/>
              <a:ext cx="1554120" cy="45684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7315200" y="1920240"/>
              <a:ext cx="1462680" cy="164556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2743200" y="2377440"/>
              <a:ext cx="548280" cy="82260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8595360" y="0"/>
              <a:ext cx="1485000" cy="146268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766560" y="0"/>
              <a:ext cx="273960" cy="10054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1554480" y="0"/>
              <a:ext cx="182520" cy="91404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0" y="3017520"/>
              <a:ext cx="365400" cy="109692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9601200" y="2560320"/>
              <a:ext cx="365400" cy="15541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8778240" y="182880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48" name=""/>
          <p:cNvSpPr/>
          <p:nvPr/>
        </p:nvSpPr>
        <p:spPr>
          <a:xfrm>
            <a:off x="7560000" y="4320000"/>
            <a:ext cx="36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4"/>
          </p:nvPr>
        </p:nvSpPr>
        <p:spPr>
          <a:xfrm>
            <a:off x="7740000" y="4392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5"/>
          </p:nvPr>
        </p:nvSpPr>
        <p:spPr>
          <a:xfrm>
            <a:off x="7740000" y="5166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71094B-52F1-4978-A8D3-5D95219D16C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6"/>
          </p:nvPr>
        </p:nvSpPr>
        <p:spPr>
          <a:xfrm>
            <a:off x="7740000" y="4860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8266320" y="41155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>
            <a:off x="7717680" y="-54828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56" name=""/>
          <p:cNvGrpSpPr/>
          <p:nvPr/>
        </p:nvGrpSpPr>
        <p:grpSpPr>
          <a:xfrm>
            <a:off x="-146880" y="69480"/>
            <a:ext cx="914760" cy="915120"/>
            <a:chOff x="-146880" y="69480"/>
            <a:chExt cx="914760" cy="915120"/>
          </a:xfrm>
        </p:grpSpPr>
        <p:sp>
          <p:nvSpPr>
            <p:cNvPr id="57" name=""/>
            <p:cNvSpPr/>
            <p:nvPr/>
          </p:nvSpPr>
          <p:spPr>
            <a:xfrm flipV="1" rot="5395800">
              <a:off x="219240" y="8013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8" name=""/>
            <p:cNvSpPr/>
            <p:nvPr/>
          </p:nvSpPr>
          <p:spPr>
            <a:xfrm flipV="1" rot="5395800">
              <a:off x="218880" y="43560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9" name=""/>
            <p:cNvSpPr/>
            <p:nvPr/>
          </p:nvSpPr>
          <p:spPr>
            <a:xfrm flipV="1" rot="5395800">
              <a:off x="218520" y="7020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0" name=""/>
            <p:cNvSpPr/>
            <p:nvPr/>
          </p:nvSpPr>
          <p:spPr>
            <a:xfrm flipV="1" rot="5395800">
              <a:off x="584280" y="6948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1" name=""/>
            <p:cNvSpPr/>
            <p:nvPr/>
          </p:nvSpPr>
          <p:spPr>
            <a:xfrm flipV="1" rot="5395800">
              <a:off x="584280" y="43524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2" name=""/>
            <p:cNvSpPr/>
            <p:nvPr/>
          </p:nvSpPr>
          <p:spPr>
            <a:xfrm flipV="1" rot="5395800">
              <a:off x="585000" y="80136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3" name=""/>
            <p:cNvSpPr/>
            <p:nvPr/>
          </p:nvSpPr>
          <p:spPr>
            <a:xfrm flipV="1" rot="5395800">
              <a:off x="-145800" y="80172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4" name=""/>
            <p:cNvSpPr/>
            <p:nvPr/>
          </p:nvSpPr>
          <p:spPr>
            <a:xfrm flipV="1" rot="5395800">
              <a:off x="-146520" y="43632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5" name=""/>
            <p:cNvSpPr/>
            <p:nvPr/>
          </p:nvSpPr>
          <p:spPr>
            <a:xfrm flipV="1" rot="5395800">
              <a:off x="-146520" y="70200"/>
              <a:ext cx="182520" cy="182520"/>
            </a:xfrm>
            <a:prstGeom prst="ellipse">
              <a:avLst/>
            </a:prstGeom>
            <a:blipFill rotWithShape="0">
              <a:blip r:embed="rId10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66" name=""/>
          <p:cNvGrpSpPr/>
          <p:nvPr/>
        </p:nvGrpSpPr>
        <p:grpSpPr>
          <a:xfrm>
            <a:off x="9545040" y="4646160"/>
            <a:ext cx="549360" cy="915120"/>
            <a:chOff x="9545040" y="4646160"/>
            <a:chExt cx="549360" cy="915120"/>
          </a:xfrm>
        </p:grpSpPr>
        <p:sp>
          <p:nvSpPr>
            <p:cNvPr id="67" name=""/>
            <p:cNvSpPr/>
            <p:nvPr/>
          </p:nvSpPr>
          <p:spPr>
            <a:xfrm flipV="1" rot="5395800">
              <a:off x="9911520" y="5377680"/>
              <a:ext cx="182520" cy="182520"/>
            </a:xfrm>
            <a:prstGeom prst="ellipse">
              <a:avLst/>
            </a:prstGeom>
            <a:blipFill rotWithShape="0">
              <a:blip r:embed="rId11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8" name=""/>
            <p:cNvSpPr/>
            <p:nvPr/>
          </p:nvSpPr>
          <p:spPr>
            <a:xfrm flipV="1" rot="5395800">
              <a:off x="9911160" y="5012280"/>
              <a:ext cx="182520" cy="182520"/>
            </a:xfrm>
            <a:prstGeom prst="ellipse">
              <a:avLst/>
            </a:prstGeom>
            <a:blipFill rotWithShape="0">
              <a:blip r:embed="rId1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9" name=""/>
            <p:cNvSpPr/>
            <p:nvPr/>
          </p:nvSpPr>
          <p:spPr>
            <a:xfrm flipV="1" rot="5395800">
              <a:off x="9910440" y="4646160"/>
              <a:ext cx="182520" cy="182520"/>
            </a:xfrm>
            <a:prstGeom prst="ellipse">
              <a:avLst/>
            </a:prstGeom>
            <a:blipFill rotWithShape="0">
              <a:blip r:embed="rId1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0" name=""/>
            <p:cNvSpPr/>
            <p:nvPr/>
          </p:nvSpPr>
          <p:spPr>
            <a:xfrm flipV="1" rot="5395800">
              <a:off x="9545400" y="5378400"/>
              <a:ext cx="182520" cy="182520"/>
            </a:xfrm>
            <a:prstGeom prst="ellipse">
              <a:avLst/>
            </a:prstGeom>
            <a:blipFill rotWithShape="0">
              <a:blip r:embed="rId1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1" name=""/>
            <p:cNvSpPr/>
            <p:nvPr/>
          </p:nvSpPr>
          <p:spPr>
            <a:xfrm flipV="1" rot="5395800">
              <a:off x="9545400" y="5012280"/>
              <a:ext cx="182520" cy="182520"/>
            </a:xfrm>
            <a:prstGeom prst="ellipse">
              <a:avLst/>
            </a:prstGeom>
            <a:blipFill rotWithShape="0">
              <a:blip r:embed="rId1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2" name=""/>
            <p:cNvSpPr/>
            <p:nvPr/>
          </p:nvSpPr>
          <p:spPr>
            <a:xfrm flipV="1" rot="5395800">
              <a:off x="9545040" y="4646520"/>
              <a:ext cx="182520" cy="182520"/>
            </a:xfrm>
            <a:prstGeom prst="ellipse">
              <a:avLst/>
            </a:prstGeom>
            <a:blipFill rotWithShape="0">
              <a:blip r:embed="rId1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73" name=""/>
          <p:cNvSpPr/>
          <p:nvPr/>
        </p:nvSpPr>
        <p:spPr>
          <a:xfrm>
            <a:off x="-146160" y="31093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8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6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2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8F3772-B924-4D13-BA15-2E87B53B03A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8266320" y="41155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7717680" y="-54828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81" name=""/>
          <p:cNvGrpSpPr/>
          <p:nvPr/>
        </p:nvGrpSpPr>
        <p:grpSpPr>
          <a:xfrm>
            <a:off x="-146880" y="69480"/>
            <a:ext cx="914760" cy="915120"/>
            <a:chOff x="-146880" y="69480"/>
            <a:chExt cx="914760" cy="915120"/>
          </a:xfrm>
        </p:grpSpPr>
        <p:sp>
          <p:nvSpPr>
            <p:cNvPr id="82" name=""/>
            <p:cNvSpPr/>
            <p:nvPr/>
          </p:nvSpPr>
          <p:spPr>
            <a:xfrm flipV="1" rot="5395800">
              <a:off x="219240" y="8013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3" name=""/>
            <p:cNvSpPr/>
            <p:nvPr/>
          </p:nvSpPr>
          <p:spPr>
            <a:xfrm flipV="1" rot="5395800">
              <a:off x="218880" y="43560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4" name=""/>
            <p:cNvSpPr/>
            <p:nvPr/>
          </p:nvSpPr>
          <p:spPr>
            <a:xfrm flipV="1" rot="5395800">
              <a:off x="218520" y="7020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5" name=""/>
            <p:cNvSpPr/>
            <p:nvPr/>
          </p:nvSpPr>
          <p:spPr>
            <a:xfrm flipV="1" rot="5395800">
              <a:off x="584280" y="6948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6" name=""/>
            <p:cNvSpPr/>
            <p:nvPr/>
          </p:nvSpPr>
          <p:spPr>
            <a:xfrm flipV="1" rot="5395800">
              <a:off x="584280" y="43524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7" name=""/>
            <p:cNvSpPr/>
            <p:nvPr/>
          </p:nvSpPr>
          <p:spPr>
            <a:xfrm flipV="1" rot="5395800">
              <a:off x="585000" y="80136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8" name=""/>
            <p:cNvSpPr/>
            <p:nvPr/>
          </p:nvSpPr>
          <p:spPr>
            <a:xfrm flipV="1" rot="5395800">
              <a:off x="-145800" y="80172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9" name=""/>
            <p:cNvSpPr/>
            <p:nvPr/>
          </p:nvSpPr>
          <p:spPr>
            <a:xfrm flipV="1" rot="5395800">
              <a:off x="-146520" y="43632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0" name=""/>
            <p:cNvSpPr/>
            <p:nvPr/>
          </p:nvSpPr>
          <p:spPr>
            <a:xfrm flipV="1" rot="5395800">
              <a:off x="-146520" y="70200"/>
              <a:ext cx="182520" cy="182520"/>
            </a:xfrm>
            <a:prstGeom prst="ellipse">
              <a:avLst/>
            </a:prstGeom>
            <a:blipFill rotWithShape="0">
              <a:blip r:embed="rId10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91" name=""/>
          <p:cNvGrpSpPr/>
          <p:nvPr/>
        </p:nvGrpSpPr>
        <p:grpSpPr>
          <a:xfrm>
            <a:off x="9545040" y="4646160"/>
            <a:ext cx="549360" cy="915120"/>
            <a:chOff x="9545040" y="4646160"/>
            <a:chExt cx="549360" cy="915120"/>
          </a:xfrm>
        </p:grpSpPr>
        <p:sp>
          <p:nvSpPr>
            <p:cNvPr id="92" name=""/>
            <p:cNvSpPr/>
            <p:nvPr/>
          </p:nvSpPr>
          <p:spPr>
            <a:xfrm flipV="1" rot="5395800">
              <a:off x="9911520" y="5377680"/>
              <a:ext cx="182520" cy="182520"/>
            </a:xfrm>
            <a:prstGeom prst="ellipse">
              <a:avLst/>
            </a:prstGeom>
            <a:blipFill rotWithShape="0">
              <a:blip r:embed="rId11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3" name=""/>
            <p:cNvSpPr/>
            <p:nvPr/>
          </p:nvSpPr>
          <p:spPr>
            <a:xfrm flipV="1" rot="5395800">
              <a:off x="9911160" y="5012280"/>
              <a:ext cx="182520" cy="182520"/>
            </a:xfrm>
            <a:prstGeom prst="ellipse">
              <a:avLst/>
            </a:prstGeom>
            <a:blipFill rotWithShape="0">
              <a:blip r:embed="rId1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4" name=""/>
            <p:cNvSpPr/>
            <p:nvPr/>
          </p:nvSpPr>
          <p:spPr>
            <a:xfrm flipV="1" rot="5395800">
              <a:off x="9910440" y="4646160"/>
              <a:ext cx="182520" cy="182520"/>
            </a:xfrm>
            <a:prstGeom prst="ellipse">
              <a:avLst/>
            </a:prstGeom>
            <a:blipFill rotWithShape="0">
              <a:blip r:embed="rId1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5" name=""/>
            <p:cNvSpPr/>
            <p:nvPr/>
          </p:nvSpPr>
          <p:spPr>
            <a:xfrm flipV="1" rot="5395800">
              <a:off x="9545400" y="5378400"/>
              <a:ext cx="182520" cy="182520"/>
            </a:xfrm>
            <a:prstGeom prst="ellipse">
              <a:avLst/>
            </a:prstGeom>
            <a:blipFill rotWithShape="0">
              <a:blip r:embed="rId1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6" name=""/>
            <p:cNvSpPr/>
            <p:nvPr/>
          </p:nvSpPr>
          <p:spPr>
            <a:xfrm flipV="1" rot="5395800">
              <a:off x="9545400" y="5012280"/>
              <a:ext cx="182520" cy="182520"/>
            </a:xfrm>
            <a:prstGeom prst="ellipse">
              <a:avLst/>
            </a:prstGeom>
            <a:blipFill rotWithShape="0">
              <a:blip r:embed="rId1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7" name=""/>
            <p:cNvSpPr/>
            <p:nvPr/>
          </p:nvSpPr>
          <p:spPr>
            <a:xfrm flipV="1" rot="5395800">
              <a:off x="9545040" y="4646520"/>
              <a:ext cx="182520" cy="182520"/>
            </a:xfrm>
            <a:prstGeom prst="ellipse">
              <a:avLst/>
            </a:prstGeom>
            <a:blipFill rotWithShape="0">
              <a:blip r:embed="rId1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98" name=""/>
          <p:cNvSpPr/>
          <p:nvPr/>
        </p:nvSpPr>
        <p:spPr>
          <a:xfrm>
            <a:off x="-146160" y="31093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8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6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2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F11291-3C50-4107-9D9E-BADAD3332E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"/>
          <p:cNvGrpSpPr/>
          <p:nvPr/>
        </p:nvGrpSpPr>
        <p:grpSpPr>
          <a:xfrm>
            <a:off x="8540280" y="5065560"/>
            <a:ext cx="1279800" cy="548280"/>
            <a:chOff x="8540280" y="5065560"/>
            <a:chExt cx="1279800" cy="548280"/>
          </a:xfrm>
        </p:grpSpPr>
        <p:sp>
          <p:nvSpPr>
            <p:cNvPr id="117" name=""/>
            <p:cNvSpPr/>
            <p:nvPr/>
          </p:nvSpPr>
          <p:spPr>
            <a:xfrm flipV="1" rot="21598800">
              <a:off x="9637560" y="54309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8" name=""/>
            <p:cNvSpPr/>
            <p:nvPr/>
          </p:nvSpPr>
          <p:spPr>
            <a:xfrm flipV="1" rot="21598800">
              <a:off x="9271800" y="543096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9" name=""/>
            <p:cNvSpPr/>
            <p:nvPr/>
          </p:nvSpPr>
          <p:spPr>
            <a:xfrm flipV="1" rot="21598800">
              <a:off x="8906400" y="543096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0" name=""/>
            <p:cNvSpPr/>
            <p:nvPr/>
          </p:nvSpPr>
          <p:spPr>
            <a:xfrm flipV="1" rot="21598800">
              <a:off x="8540280" y="543096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1" name=""/>
            <p:cNvSpPr/>
            <p:nvPr/>
          </p:nvSpPr>
          <p:spPr>
            <a:xfrm flipV="1" rot="21598800">
              <a:off x="8540280" y="506520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2" name=""/>
            <p:cNvSpPr/>
            <p:nvPr/>
          </p:nvSpPr>
          <p:spPr>
            <a:xfrm flipV="1" rot="21598800">
              <a:off x="8906400" y="506520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3" name=""/>
            <p:cNvSpPr/>
            <p:nvPr/>
          </p:nvSpPr>
          <p:spPr>
            <a:xfrm flipV="1" rot="21598800">
              <a:off x="9271800" y="506556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4" name=""/>
            <p:cNvSpPr/>
            <p:nvPr/>
          </p:nvSpPr>
          <p:spPr>
            <a:xfrm flipV="1" rot="21598800">
              <a:off x="9637560" y="506520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25" name=""/>
          <p:cNvSpPr/>
          <p:nvPr/>
        </p:nvSpPr>
        <p:spPr>
          <a:xfrm>
            <a:off x="1499760" y="1774080"/>
            <a:ext cx="2925720" cy="292572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>
            <a:off x="1225080" y="1134360"/>
            <a:ext cx="1188720" cy="118800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7" name=""/>
          <p:cNvSpPr/>
          <p:nvPr/>
        </p:nvSpPr>
        <p:spPr>
          <a:xfrm>
            <a:off x="3420000" y="4242960"/>
            <a:ext cx="639720" cy="63972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pic>
        <p:nvPicPr>
          <p:cNvPr id="128" name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5640" cy="414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2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Outline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0A1FB7-ECD7-4C5A-90CB-98D583D2B1B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18876000">
            <a:off x="8645760" y="-405360"/>
            <a:ext cx="2895120" cy="289512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5" name=""/>
          <p:cNvSpPr/>
          <p:nvPr/>
        </p:nvSpPr>
        <p:spPr>
          <a:xfrm rot="18876000">
            <a:off x="8665920" y="3983040"/>
            <a:ext cx="2895120" cy="289512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6" name=""/>
          <p:cNvSpPr/>
          <p:nvPr/>
        </p:nvSpPr>
        <p:spPr>
          <a:xfrm rot="18964800">
            <a:off x="993960" y="591588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7" name=""/>
          <p:cNvSpPr/>
          <p:nvPr/>
        </p:nvSpPr>
        <p:spPr>
          <a:xfrm rot="18964800">
            <a:off x="-1296720" y="551376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 rot="18964800">
            <a:off x="3682080" y="339480"/>
            <a:ext cx="3457440" cy="9219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9" name=""/>
          <p:cNvSpPr/>
          <p:nvPr/>
        </p:nvSpPr>
        <p:spPr>
          <a:xfrm rot="18964800">
            <a:off x="1445760" y="-75816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10" name=""/>
          <p:cNvSpPr/>
          <p:nvPr/>
        </p:nvSpPr>
        <p:spPr>
          <a:xfrm rot="18964800">
            <a:off x="-727200" y="3295080"/>
            <a:ext cx="2588400" cy="51264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82DB1D-9FC2-4EA8-B4B3-9E836F40B0D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"/>
          <p:cNvGrpSpPr/>
          <p:nvPr/>
        </p:nvGrpSpPr>
        <p:grpSpPr>
          <a:xfrm>
            <a:off x="7406640" y="3566160"/>
            <a:ext cx="2377080" cy="4297320"/>
            <a:chOff x="7406640" y="3566160"/>
            <a:chExt cx="2377080" cy="4297320"/>
          </a:xfrm>
        </p:grpSpPr>
        <p:sp>
          <p:nvSpPr>
            <p:cNvPr id="135" name=""/>
            <p:cNvSpPr/>
            <p:nvPr/>
          </p:nvSpPr>
          <p:spPr>
            <a:xfrm>
              <a:off x="8138160" y="4754880"/>
              <a:ext cx="456840" cy="2559960"/>
            </a:xfrm>
            <a:prstGeom prst="rect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8961120" y="3566160"/>
              <a:ext cx="456840" cy="2559960"/>
            </a:xfrm>
            <a:prstGeom prst="rect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7406640" y="5303520"/>
              <a:ext cx="456840" cy="2559960"/>
            </a:xfrm>
            <a:prstGeom prst="rect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8503920" y="5120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8321040" y="530352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8869680" y="548640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141" name=""/>
          <p:cNvGrpSpPr/>
          <p:nvPr/>
        </p:nvGrpSpPr>
        <p:grpSpPr>
          <a:xfrm>
            <a:off x="274320" y="-2103120"/>
            <a:ext cx="5943240" cy="7406280"/>
            <a:chOff x="274320" y="-2103120"/>
            <a:chExt cx="5943240" cy="7406280"/>
          </a:xfrm>
        </p:grpSpPr>
        <p:sp>
          <p:nvSpPr>
            <p:cNvPr id="142" name=""/>
            <p:cNvSpPr/>
            <p:nvPr/>
          </p:nvSpPr>
          <p:spPr>
            <a:xfrm>
              <a:off x="1463040" y="-1554480"/>
              <a:ext cx="456840" cy="2559960"/>
            </a:xfrm>
            <a:prstGeom prst="rect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640080" y="-365760"/>
              <a:ext cx="456840" cy="2559960"/>
            </a:xfrm>
            <a:prstGeom prst="rect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2194560" y="-2103120"/>
              <a:ext cx="456840" cy="2559960"/>
            </a:xfrm>
            <a:prstGeom prst="rect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274320" y="18288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822960" y="36576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274320" y="548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3474720" y="2560320"/>
              <a:ext cx="2742840" cy="274284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914400" y="2835000"/>
              <a:ext cx="91080" cy="164556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k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d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x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r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m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79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E44500-D848-4443-8413-5C409C3397F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822960" y="24688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56" name=""/>
          <p:cNvSpPr/>
          <p:nvPr/>
        </p:nvSpPr>
        <p:spPr>
          <a:xfrm>
            <a:off x="4480560" y="15544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57" name=""/>
          <p:cNvSpPr/>
          <p:nvPr/>
        </p:nvSpPr>
        <p:spPr>
          <a:xfrm>
            <a:off x="6583680" y="310896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58" name=""/>
          <p:cNvSpPr/>
          <p:nvPr/>
        </p:nvSpPr>
        <p:spPr>
          <a:xfrm>
            <a:off x="1554480" y="4114800"/>
            <a:ext cx="914040" cy="657000"/>
          </a:xfrm>
          <a:custGeom>
            <a:avLst/>
            <a:gdLst>
              <a:gd name="textAreaLeft" fmla="*/ 0 w 914040"/>
              <a:gd name="textAreaRight" fmla="*/ 914400 w 914040"/>
              <a:gd name="textAreaTop" fmla="*/ 0 h 657000"/>
              <a:gd name="textAreaBottom" fmla="*/ 657360 h 657000"/>
            </a:gdLst>
            <a:ahLst/>
            <a:cxnLst/>
            <a:rect l="textAreaLeft" t="textAreaTop" r="textAreaRight" b="textAreaBottom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9" name=""/>
          <p:cNvSpPr/>
          <p:nvPr/>
        </p:nvSpPr>
        <p:spPr>
          <a:xfrm>
            <a:off x="3657600" y="1188720"/>
            <a:ext cx="822600" cy="639720"/>
          </a:xfrm>
          <a:custGeom>
            <a:avLst/>
            <a:gdLst>
              <a:gd name="textAreaLeft" fmla="*/ 0 w 822600"/>
              <a:gd name="textAreaRight" fmla="*/ 822960 w 822600"/>
              <a:gd name="textAreaTop" fmla="*/ 0 h 639720"/>
              <a:gd name="textAreaBottom" fmla="*/ 640080 h 639720"/>
            </a:gdLst>
            <a:ahLst/>
            <a:cxnLst/>
            <a:rect l="textAreaLeft" t="textAreaTop" r="textAreaRight" b="textAreaBottom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0" name=""/>
          <p:cNvSpPr/>
          <p:nvPr/>
        </p:nvSpPr>
        <p:spPr>
          <a:xfrm>
            <a:off x="7955280" y="2011680"/>
            <a:ext cx="1463760" cy="1188360"/>
          </a:xfrm>
          <a:custGeom>
            <a:avLst/>
            <a:gdLst>
              <a:gd name="textAreaLeft" fmla="*/ 0 w 1463760"/>
              <a:gd name="textAreaRight" fmla="*/ 1464120 w 146376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1" name=""/>
          <p:cNvSpPr/>
          <p:nvPr/>
        </p:nvSpPr>
        <p:spPr>
          <a:xfrm>
            <a:off x="2468880" y="822960"/>
            <a:ext cx="1410120" cy="1371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62" name=""/>
          <p:cNvSpPr/>
          <p:nvPr/>
        </p:nvSpPr>
        <p:spPr>
          <a:xfrm>
            <a:off x="3931920" y="466344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63" name=""/>
          <p:cNvSpPr/>
          <p:nvPr/>
        </p:nvSpPr>
        <p:spPr>
          <a:xfrm>
            <a:off x="8412480" y="1280160"/>
            <a:ext cx="1096920" cy="10054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121812-4CBF-4CF2-ACF1-B0EF653A7F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>
            <a:off x="2103480" y="36583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70" name=""/>
          <p:cNvSpPr/>
          <p:nvPr/>
        </p:nvSpPr>
        <p:spPr>
          <a:xfrm>
            <a:off x="823320" y="-27324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71" name=""/>
          <p:cNvSpPr/>
          <p:nvPr/>
        </p:nvSpPr>
        <p:spPr>
          <a:xfrm>
            <a:off x="7955640" y="310968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72" name=""/>
          <p:cNvSpPr/>
          <p:nvPr/>
        </p:nvSpPr>
        <p:spPr>
          <a:xfrm>
            <a:off x="9601560" y="9151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173" name=""/>
          <p:cNvGrpSpPr/>
          <p:nvPr/>
        </p:nvGrpSpPr>
        <p:grpSpPr>
          <a:xfrm>
            <a:off x="3836880" y="1150920"/>
            <a:ext cx="2339280" cy="4334040"/>
            <a:chOff x="3836880" y="1150920"/>
            <a:chExt cx="2339280" cy="4334040"/>
          </a:xfrm>
        </p:grpSpPr>
        <p:sp>
          <p:nvSpPr>
            <p:cNvPr id="174" name=""/>
            <p:cNvSpPr/>
            <p:nvPr/>
          </p:nvSpPr>
          <p:spPr>
            <a:xfrm flipH="1" flipV="1" rot="5400000">
              <a:off x="3882240" y="1367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5" name=""/>
            <p:cNvSpPr/>
            <p:nvPr/>
          </p:nvSpPr>
          <p:spPr>
            <a:xfrm flipH="1" flipV="1" rot="5400000">
              <a:off x="4758840" y="11048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6" name=""/>
            <p:cNvSpPr/>
            <p:nvPr/>
          </p:nvSpPr>
          <p:spPr>
            <a:xfrm flipH="1" flipV="1" rot="5400000">
              <a:off x="3882240" y="27180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H="1" flipV="1" rot="5400000">
              <a:off x="4758840" y="24559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H="1" flipV="1" rot="5400000">
              <a:off x="3882240" y="40676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H="1" flipV="1" rot="5400000">
              <a:off x="4758840" y="3806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34C801-A7A0-4642-AE63-2BA4DD6679B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2103480" y="36583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6" name=""/>
          <p:cNvSpPr/>
          <p:nvPr/>
        </p:nvSpPr>
        <p:spPr>
          <a:xfrm>
            <a:off x="823320" y="-27324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7" name=""/>
          <p:cNvSpPr/>
          <p:nvPr/>
        </p:nvSpPr>
        <p:spPr>
          <a:xfrm>
            <a:off x="7955640" y="310968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8" name=""/>
          <p:cNvSpPr/>
          <p:nvPr/>
        </p:nvSpPr>
        <p:spPr>
          <a:xfrm>
            <a:off x="9601560" y="9151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189" name=""/>
          <p:cNvGrpSpPr/>
          <p:nvPr/>
        </p:nvGrpSpPr>
        <p:grpSpPr>
          <a:xfrm>
            <a:off x="3836880" y="1150920"/>
            <a:ext cx="2339280" cy="4334040"/>
            <a:chOff x="3836880" y="1150920"/>
            <a:chExt cx="2339280" cy="4334040"/>
          </a:xfrm>
        </p:grpSpPr>
        <p:sp>
          <p:nvSpPr>
            <p:cNvPr id="190" name=""/>
            <p:cNvSpPr/>
            <p:nvPr/>
          </p:nvSpPr>
          <p:spPr>
            <a:xfrm flipH="1" flipV="1" rot="5400000">
              <a:off x="3882240" y="1367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H="1" flipV="1" rot="5400000">
              <a:off x="4758840" y="11048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2" name=""/>
            <p:cNvSpPr/>
            <p:nvPr/>
          </p:nvSpPr>
          <p:spPr>
            <a:xfrm flipH="1" flipV="1" rot="5400000">
              <a:off x="3882240" y="27180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3" name=""/>
            <p:cNvSpPr/>
            <p:nvPr/>
          </p:nvSpPr>
          <p:spPr>
            <a:xfrm flipH="1" flipV="1" rot="5400000">
              <a:off x="4758840" y="24559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4" name=""/>
            <p:cNvSpPr/>
            <p:nvPr/>
          </p:nvSpPr>
          <p:spPr>
            <a:xfrm flipH="1" flipV="1" rot="5400000">
              <a:off x="3882240" y="40676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5" name=""/>
            <p:cNvSpPr/>
            <p:nvPr/>
          </p:nvSpPr>
          <p:spPr>
            <a:xfrm flipH="1" flipV="1" rot="5400000">
              <a:off x="4758840" y="3806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tlin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dt" idx="28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ftr" idx="29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sldNum" idx="30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10FB1A-3E62-46E9-8AB0-8F7DD8C9206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>
            <a:off x="677196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2" name=""/>
          <p:cNvSpPr/>
          <p:nvPr/>
        </p:nvSpPr>
        <p:spPr>
          <a:xfrm>
            <a:off x="5813280" y="38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3" name=""/>
          <p:cNvSpPr/>
          <p:nvPr/>
        </p:nvSpPr>
        <p:spPr>
          <a:xfrm>
            <a:off x="7589520" y="256032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4" name=""/>
          <p:cNvSpPr/>
          <p:nvPr/>
        </p:nvSpPr>
        <p:spPr>
          <a:xfrm>
            <a:off x="3200400" y="7315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5" name=""/>
          <p:cNvSpPr/>
          <p:nvPr/>
        </p:nvSpPr>
        <p:spPr>
          <a:xfrm>
            <a:off x="1424160" y="34891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6" name=""/>
          <p:cNvSpPr/>
          <p:nvPr/>
        </p:nvSpPr>
        <p:spPr>
          <a:xfrm>
            <a:off x="700920" y="1900080"/>
            <a:ext cx="1401840" cy="1848600"/>
          </a:xfrm>
          <a:custGeom>
            <a:avLst/>
            <a:gdLst>
              <a:gd name="textAreaLeft" fmla="*/ 0 w 1401840"/>
              <a:gd name="textAreaRight" fmla="*/ 1402200 w 1401840"/>
              <a:gd name="textAreaTop" fmla="*/ 0 h 1848600"/>
              <a:gd name="textAreaBottom" fmla="*/ 1848960 h 1848600"/>
            </a:gdLst>
            <a:ahLst/>
            <a:cxn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"/>
          <p:cNvSpPr/>
          <p:nvPr/>
        </p:nvSpPr>
        <p:spPr>
          <a:xfrm>
            <a:off x="3931920" y="201168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8" name=""/>
          <p:cNvSpPr/>
          <p:nvPr/>
        </p:nvSpPr>
        <p:spPr>
          <a:xfrm>
            <a:off x="7724880" y="2103120"/>
            <a:ext cx="778680" cy="1462680"/>
          </a:xfrm>
          <a:custGeom>
            <a:avLst/>
            <a:gdLst>
              <a:gd name="textAreaLeft" fmla="*/ 0 w 778680"/>
              <a:gd name="textAreaRight" fmla="*/ 779040 w 778680"/>
              <a:gd name="textAreaTop" fmla="*/ 0 h 1462680"/>
              <a:gd name="textAreaBottom" fmla="*/ 1463040 h 1462680"/>
            </a:gdLst>
            <a:ahLst/>
            <a:cxn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9" name=""/>
          <p:cNvSpPr/>
          <p:nvPr/>
        </p:nvSpPr>
        <p:spPr>
          <a:xfrm>
            <a:off x="1424160" y="47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0" name=""/>
          <p:cNvSpPr/>
          <p:nvPr/>
        </p:nvSpPr>
        <p:spPr>
          <a:xfrm>
            <a:off x="288720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k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x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Outline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31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32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33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D40958-7EA7-410C-89E0-FA143B12A37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>
            <a:off x="677196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7" name=""/>
          <p:cNvSpPr/>
          <p:nvPr/>
        </p:nvSpPr>
        <p:spPr>
          <a:xfrm>
            <a:off x="5813280" y="38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8" name=""/>
          <p:cNvSpPr/>
          <p:nvPr/>
        </p:nvSpPr>
        <p:spPr>
          <a:xfrm>
            <a:off x="7589520" y="256032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9" name=""/>
          <p:cNvSpPr/>
          <p:nvPr/>
        </p:nvSpPr>
        <p:spPr>
          <a:xfrm>
            <a:off x="3200400" y="7315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20" name=""/>
          <p:cNvSpPr/>
          <p:nvPr/>
        </p:nvSpPr>
        <p:spPr>
          <a:xfrm>
            <a:off x="1424160" y="34891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21" name=""/>
          <p:cNvSpPr/>
          <p:nvPr/>
        </p:nvSpPr>
        <p:spPr>
          <a:xfrm>
            <a:off x="700920" y="1900080"/>
            <a:ext cx="1401840" cy="1848600"/>
          </a:xfrm>
          <a:custGeom>
            <a:avLst/>
            <a:gdLst>
              <a:gd name="textAreaLeft" fmla="*/ 0 w 1401840"/>
              <a:gd name="textAreaRight" fmla="*/ 1402200 w 1401840"/>
              <a:gd name="textAreaTop" fmla="*/ 0 h 1848600"/>
              <a:gd name="textAreaBottom" fmla="*/ 1848960 h 1848600"/>
            </a:gdLst>
            <a:ahLst/>
            <a:cxn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2" name=""/>
          <p:cNvSpPr/>
          <p:nvPr/>
        </p:nvSpPr>
        <p:spPr>
          <a:xfrm>
            <a:off x="3931920" y="201168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3" name=""/>
          <p:cNvSpPr/>
          <p:nvPr/>
        </p:nvSpPr>
        <p:spPr>
          <a:xfrm>
            <a:off x="7724880" y="2103120"/>
            <a:ext cx="778680" cy="1462680"/>
          </a:xfrm>
          <a:custGeom>
            <a:avLst/>
            <a:gdLst>
              <a:gd name="textAreaLeft" fmla="*/ 0 w 778680"/>
              <a:gd name="textAreaRight" fmla="*/ 779040 w 778680"/>
              <a:gd name="textAreaTop" fmla="*/ 0 h 1462680"/>
              <a:gd name="textAreaBottom" fmla="*/ 1463040 h 1462680"/>
            </a:gdLst>
            <a:ahLst/>
            <a:cxn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4" name=""/>
          <p:cNvSpPr/>
          <p:nvPr/>
        </p:nvSpPr>
        <p:spPr>
          <a:xfrm>
            <a:off x="1424160" y="47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25" name=""/>
          <p:cNvSpPr/>
          <p:nvPr/>
        </p:nvSpPr>
        <p:spPr>
          <a:xfrm>
            <a:off x="288720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dt" idx="34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ftr" idx="35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sldNum" idx="36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AFF1F5-2C6C-49B4-848D-B2B72936155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"/>
          <p:cNvGrpSpPr/>
          <p:nvPr/>
        </p:nvGrpSpPr>
        <p:grpSpPr>
          <a:xfrm>
            <a:off x="2982960" y="1548000"/>
            <a:ext cx="5982120" cy="3325680"/>
            <a:chOff x="2982960" y="1548000"/>
            <a:chExt cx="5982120" cy="3325680"/>
          </a:xfrm>
        </p:grpSpPr>
        <p:sp>
          <p:nvSpPr>
            <p:cNvPr id="232" name=""/>
            <p:cNvSpPr/>
            <p:nvPr/>
          </p:nvSpPr>
          <p:spPr>
            <a:xfrm>
              <a:off x="3570480" y="1888200"/>
              <a:ext cx="4926960" cy="262296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3763800" y="1585440"/>
              <a:ext cx="4926960" cy="262296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rIns="99000" tIns="54000" bIns="54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3844800" y="1548000"/>
              <a:ext cx="1096920" cy="147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“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7868160" y="3399840"/>
              <a:ext cx="1096920" cy="147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”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2982960" y="4117320"/>
              <a:ext cx="1044360" cy="30240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37" name=""/>
          <p:cNvGrpSpPr/>
          <p:nvPr/>
        </p:nvGrpSpPr>
        <p:grpSpPr>
          <a:xfrm>
            <a:off x="-927000" y="-375120"/>
            <a:ext cx="3795840" cy="6389280"/>
            <a:chOff x="-927000" y="-375120"/>
            <a:chExt cx="3795840" cy="6389280"/>
          </a:xfrm>
        </p:grpSpPr>
        <p:sp>
          <p:nvSpPr>
            <p:cNvPr id="238" name=""/>
            <p:cNvSpPr/>
            <p:nvPr/>
          </p:nvSpPr>
          <p:spPr>
            <a:xfrm rot="5400000">
              <a:off x="460080" y="-2217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1144440" y="-213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0" name=""/>
            <p:cNvSpPr/>
            <p:nvPr/>
          </p:nvSpPr>
          <p:spPr>
            <a:xfrm rot="5400000">
              <a:off x="-231120" y="4500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448200" y="4568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2" name=""/>
            <p:cNvSpPr/>
            <p:nvPr/>
          </p:nvSpPr>
          <p:spPr>
            <a:xfrm rot="5400000">
              <a:off x="439200" y="11408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1124280" y="1149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-927000" y="18093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5" name=""/>
            <p:cNvSpPr/>
            <p:nvPr/>
          </p:nvSpPr>
          <p:spPr>
            <a:xfrm rot="5400000">
              <a:off x="-245160" y="1815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430560" y="1824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7" name=""/>
            <p:cNvSpPr/>
            <p:nvPr/>
          </p:nvSpPr>
          <p:spPr>
            <a:xfrm rot="5400000">
              <a:off x="1113840" y="1833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1796040" y="18396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-253440" y="24984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0" name=""/>
            <p:cNvSpPr/>
            <p:nvPr/>
          </p:nvSpPr>
          <p:spPr>
            <a:xfrm rot="5400000">
              <a:off x="422280" y="2508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1" name=""/>
            <p:cNvSpPr/>
            <p:nvPr/>
          </p:nvSpPr>
          <p:spPr>
            <a:xfrm rot="5400000">
              <a:off x="-262440" y="31802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-271440" y="38624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3" name=""/>
            <p:cNvSpPr/>
            <p:nvPr/>
          </p:nvSpPr>
          <p:spPr>
            <a:xfrm rot="5400000">
              <a:off x="409680" y="38721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4" name=""/>
            <p:cNvSpPr/>
            <p:nvPr/>
          </p:nvSpPr>
          <p:spPr>
            <a:xfrm rot="5400000">
              <a:off x="-282960" y="45450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399600" y="45543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-291240" y="52282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1070640" y="52480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58" name=""/>
          <p:cNvSpPr/>
          <p:nvPr/>
        </p:nvSpPr>
        <p:spPr>
          <a:xfrm>
            <a:off x="8538120" y="387720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9" name=""/>
          <p:cNvSpPr/>
          <p:nvPr/>
        </p:nvSpPr>
        <p:spPr>
          <a:xfrm>
            <a:off x="7372080" y="497448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60" name=""/>
          <p:cNvSpPr/>
          <p:nvPr/>
        </p:nvSpPr>
        <p:spPr>
          <a:xfrm>
            <a:off x="7868160" y="-329040"/>
            <a:ext cx="2011320" cy="20113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3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1640" cy="19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dt" idx="37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ftr" idx="38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 type="sldNum" idx="39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3E357F-278C-47DC-991E-0CE543DDB02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8.png"/><Relationship Id="rId3" Type="http://schemas.openxmlformats.org/officeDocument/2006/relationships/image" Target="../media/image18.png"/><Relationship Id="rId4" Type="http://schemas.openxmlformats.org/officeDocument/2006/relationships/image" Target="../media/image18.png"/><Relationship Id="rId5" Type="http://schemas.openxmlformats.org/officeDocument/2006/relationships/image" Target="../media/image18.png"/><Relationship Id="rId6" Type="http://schemas.openxmlformats.org/officeDocument/2006/relationships/image" Target="../media/image18.png"/><Relationship Id="rId7" Type="http://schemas.openxmlformats.org/officeDocument/2006/relationships/image" Target="../media/image18.png"/><Relationship Id="rId8" Type="http://schemas.openxmlformats.org/officeDocument/2006/relationships/image" Target="../media/image18.png"/><Relationship Id="rId9" Type="http://schemas.openxmlformats.org/officeDocument/2006/relationships/image" Target="../media/image18.png"/><Relationship Id="rId10" Type="http://schemas.openxmlformats.org/officeDocument/2006/relationships/image" Target="../media/image18.png"/><Relationship Id="rId11" Type="http://schemas.openxmlformats.org/officeDocument/2006/relationships/image" Target="../media/image18.png"/><Relationship Id="rId1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9.png"/><Relationship Id="rId6" Type="http://schemas.openxmlformats.org/officeDocument/2006/relationships/image" Target="../media/image19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Relationship Id="rId9" Type="http://schemas.openxmlformats.org/officeDocument/2006/relationships/image" Target="../media/image18.png"/><Relationship Id="rId10" Type="http://schemas.openxmlformats.org/officeDocument/2006/relationships/image" Target="../media/image18.png"/><Relationship Id="rId11" Type="http://schemas.openxmlformats.org/officeDocument/2006/relationships/image" Target="../media/image18.png"/><Relationship Id="rId12" Type="http://schemas.openxmlformats.org/officeDocument/2006/relationships/image" Target="../media/image18.png"/><Relationship Id="rId13" Type="http://schemas.openxmlformats.org/officeDocument/2006/relationships/image" Target="../media/image18.png"/><Relationship Id="rId14" Type="http://schemas.openxmlformats.org/officeDocument/2006/relationships/image" Target="../media/image18.png"/><Relationship Id="rId15" Type="http://schemas.openxmlformats.org/officeDocument/2006/relationships/image" Target="../media/image18.png"/><Relationship Id="rId16" Type="http://schemas.openxmlformats.org/officeDocument/2006/relationships/image" Target="../media/image18.png"/><Relationship Id="rId17" Type="http://schemas.openxmlformats.org/officeDocument/2006/relationships/image" Target="../media/image18.png"/><Relationship Id="rId18" Type="http://schemas.openxmlformats.org/officeDocument/2006/relationships/image" Target="../media/image18.png"/><Relationship Id="rId19" Type="http://schemas.openxmlformats.org/officeDocument/2006/relationships/image" Target="../media/image18.png"/><Relationship Id="rId20" Type="http://schemas.openxmlformats.org/officeDocument/2006/relationships/image" Target="../media/image18.png"/><Relationship Id="rId21" Type="http://schemas.openxmlformats.org/officeDocument/2006/relationships/image" Target="../media/image18.png"/><Relationship Id="rId22" Type="http://schemas.openxmlformats.org/officeDocument/2006/relationships/image" Target="../media/image18.png"/><Relationship Id="rId23" Type="http://schemas.openxmlformats.org/officeDocument/2006/relationships/image" Target="../media/image18.png"/><Relationship Id="rId24" Type="http://schemas.openxmlformats.org/officeDocument/2006/relationships/image" Target="../media/image18.png"/><Relationship Id="rId25" Type="http://schemas.openxmlformats.org/officeDocument/2006/relationships/image" Target="../media/image18.png"/><Relationship Id="rId26" Type="http://schemas.openxmlformats.org/officeDocument/2006/relationships/image" Target="../media/image18.png"/><Relationship Id="rId27" Type="http://schemas.openxmlformats.org/officeDocument/2006/relationships/image" Target="../media/image18.png"/><Relationship Id="rId28" Type="http://schemas.openxmlformats.org/officeDocument/2006/relationships/image" Target="../media/image18.png"/><Relationship Id="rId29" Type="http://schemas.openxmlformats.org/officeDocument/2006/relationships/image" Target="../media/image19.png"/><Relationship Id="rId30" Type="http://schemas.openxmlformats.org/officeDocument/2006/relationships/image" Target="../media/image19.png"/><Relationship Id="rId31" Type="http://schemas.openxmlformats.org/officeDocument/2006/relationships/image" Target="../media/image19.png"/><Relationship Id="rId32" Type="http://schemas.openxmlformats.org/officeDocument/2006/relationships/image" Target="../media/image20.png"/><Relationship Id="rId33" Type="http://schemas.openxmlformats.org/officeDocument/2006/relationships/image" Target="../media/image18.png"/><Relationship Id="rId34" Type="http://schemas.openxmlformats.org/officeDocument/2006/relationships/image" Target="../media/image21.png"/><Relationship Id="rId35" Type="http://schemas.openxmlformats.org/officeDocument/2006/relationships/image" Target="../media/image21.png"/><Relationship Id="rId36" Type="http://schemas.openxmlformats.org/officeDocument/2006/relationships/image" Target="../media/image20.png"/><Relationship Id="rId37" Type="http://schemas.openxmlformats.org/officeDocument/2006/relationships/image" Target="../media/image18.png"/><Relationship Id="rId38" Type="http://schemas.openxmlformats.org/officeDocument/2006/relationships/image" Target="../media/image18.png"/><Relationship Id="rId39" Type="http://schemas.openxmlformats.org/officeDocument/2006/relationships/image" Target="../media/image20.png"/><Relationship Id="rId40" Type="http://schemas.openxmlformats.org/officeDocument/2006/relationships/image" Target="../media/image21.png"/><Relationship Id="rId41" Type="http://schemas.openxmlformats.org/officeDocument/2006/relationships/image" Target="../media/image18.png"/><Relationship Id="rId42" Type="http://schemas.openxmlformats.org/officeDocument/2006/relationships/image" Target="../media/image20.png"/><Relationship Id="rId43" Type="http://schemas.openxmlformats.org/officeDocument/2006/relationships/image" Target="../media/image21.png"/><Relationship Id="rId44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hyperlink" Target="https://encrypted-tbn0.gstatic.com/images?q=tbn:ANd9GcQEz5LiT5E4d9Ag8ZJGdfiP-OaBINrw8Fu_uw&amp;s" TargetMode="External"/><Relationship Id="rId2" Type="http://schemas.openxmlformats.org/officeDocument/2006/relationships/hyperlink" Target="https://www.pngarts.com/explore/185921" TargetMode="External"/><Relationship Id="rId3" Type="http://schemas.openxmlformats.org/officeDocument/2006/relationships/hyperlink" Target="https://www.freecodecamp.org/news/content/images/2021/09/Document.jpg" TargetMode="External"/><Relationship Id="rId4" Type="http://schemas.openxmlformats.org/officeDocument/2006/relationships/hyperlink" Target="https://www.pngarts.com/files/9/Lego-Minecraft-Steve-PNG-Transparent-Image.png" TargetMode="External"/><Relationship Id="rId5" Type="http://schemas.openxmlformats.org/officeDocument/2006/relationships/hyperlink" Target="https://cdn.freebiesupply.com/images/large/2x/apple-logo-transparent.png" TargetMode="External"/><Relationship Id="rId6" Type="http://schemas.openxmlformats.org/officeDocument/2006/relationships/hyperlink" Target="https://react.dev/learn" TargetMode="External"/><Relationship Id="rId7" Type="http://schemas.openxmlformats.org/officeDocument/2006/relationships/hyperlink" Target="https://www.w3schools.com/" TargetMode="External"/><Relationship Id="rId8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360000" y="4501800"/>
            <a:ext cx="7019640" cy="75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Frontend Development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"/>
          <p:cNvPicPr/>
          <p:nvPr/>
        </p:nvPicPr>
        <p:blipFill>
          <a:blip r:embed="rId1"/>
          <a:stretch/>
        </p:blipFill>
        <p:spPr>
          <a:xfrm>
            <a:off x="5486400" y="45720"/>
            <a:ext cx="485892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058A80FC-384A-48AD-B571-931BC62CFC3C}" type="datetime1">
              <a:rPr lang="en-US"/>
              <a:t>01/19/2026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Agenda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6162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Project setup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Intro to 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Intro to CSS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Intro to JavaScript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Intro to React (optional)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W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r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d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D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p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m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1143000" y="1055160"/>
            <a:ext cx="8279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Develop what users can see and interact with directly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Runs entirely within the browser for web apps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Connects user actions with application logic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GOAL: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Build accessible, responsive, and functional user interfaces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HTML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1143000" y="1055160"/>
            <a:ext cx="8279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Standard markup language that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controls structure of web pages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Series of elements that tells browser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how to display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"/>
          <p:cNvPicPr/>
          <p:nvPr/>
        </p:nvPicPr>
        <p:blipFill>
          <a:blip r:embed="rId1"/>
          <a:stretch/>
        </p:blipFill>
        <p:spPr>
          <a:xfrm>
            <a:off x="4800600" y="2468520"/>
            <a:ext cx="2514240" cy="301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"/>
          <p:cNvPicPr/>
          <p:nvPr/>
        </p:nvPicPr>
        <p:blipFill>
          <a:blip r:embed="rId2"/>
          <a:stretch/>
        </p:blipFill>
        <p:spPr>
          <a:xfrm>
            <a:off x="457200" y="2971800"/>
            <a:ext cx="3980520" cy="182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971800" y="0"/>
            <a:ext cx="6857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HTML Elements walkthrough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4114800" y="1055160"/>
            <a:ext cx="5307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&lt;!DOCTYPE html&gt; — tells the browser to use modern HTML5 rules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&lt;html lang="en"&gt; — wraps the entire page and declares the language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&lt;head&gt; — contains metadata and settings that are not visible on the page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&lt;meta charset="UTF-8"&gt; — ensures text and emojis display correctly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&lt;title&gt; — sets the browser tab 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&lt;body&gt; — holds all visible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&lt;h1&gt; — main page heading. Other smaller subheadings can also be used, with the tags &lt;h2&gt;, &lt;h3&gt;, &lt;h4&gt;, &lt;h5&gt;, and &lt;h6&gt;.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&lt;p&gt; — paragraph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&lt;img&gt; — displays an image (src = file, alt = accessibility text)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"/>
          <p:cNvPicPr/>
          <p:nvPr/>
        </p:nvPicPr>
        <p:blipFill>
          <a:blip r:embed="rId1"/>
          <a:stretch/>
        </p:blipFill>
        <p:spPr>
          <a:xfrm>
            <a:off x="228600" y="914400"/>
            <a:ext cx="398052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"/>
          <p:cNvSpPr/>
          <p:nvPr/>
        </p:nvSpPr>
        <p:spPr>
          <a:xfrm>
            <a:off x="4572000" y="4343400"/>
            <a:ext cx="36576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All tags must have a correponding closing tag, or be self closing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Eg:&lt;title&gt;&lt;/title&gt; or &lt;img src=”x” /&gt;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"/>
          <p:cNvPicPr/>
          <p:nvPr/>
        </p:nvPicPr>
        <p:blipFill>
          <a:blip r:embed="rId2"/>
          <a:stretch/>
        </p:blipFill>
        <p:spPr>
          <a:xfrm>
            <a:off x="457200" y="2971800"/>
            <a:ext cx="3369600" cy="228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2971800" y="0"/>
            <a:ext cx="6857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Lists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4114800" y="1055160"/>
            <a:ext cx="5307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"/>
          <p:cNvPicPr/>
          <p:nvPr/>
        </p:nvPicPr>
        <p:blipFill>
          <a:blip r:embed="rId1"/>
          <a:stretch/>
        </p:blipFill>
        <p:spPr>
          <a:xfrm>
            <a:off x="5553720" y="1134360"/>
            <a:ext cx="1761120" cy="183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"/>
          <p:cNvPicPr/>
          <p:nvPr/>
        </p:nvPicPr>
        <p:blipFill>
          <a:blip r:embed="rId2"/>
          <a:stretch/>
        </p:blipFill>
        <p:spPr>
          <a:xfrm>
            <a:off x="2134440" y="685800"/>
            <a:ext cx="1980000" cy="20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"/>
          <p:cNvSpPr/>
          <p:nvPr/>
        </p:nvSpPr>
        <p:spPr>
          <a:xfrm>
            <a:off x="1549800" y="2971800"/>
            <a:ext cx="6908040" cy="19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&lt;ul&gt;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is for unordered bulleted lists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&lt;ol&gt;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is for numbered lists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 both cases, use an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&lt;li&gt;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for each item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2971800" y="0"/>
            <a:ext cx="6857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Inputs </a:t>
            </a:r>
            <a:br>
              <a:rPr sz="3600"/>
            </a:br>
            <a:r>
              <a:rPr lang="en-US" sz="36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and forms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4114800" y="1055160"/>
            <a:ext cx="5307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685800" y="3112560"/>
            <a:ext cx="7315200" cy="23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&lt;form&gt; groups all controls together, action attribute defines a URL where form submissions 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&lt;input&gt; defines input field, can have varying types.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id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is to match with labels, and helpful attribute for JavaScript.  name is the key the field that is sent on submission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Checkboxes: use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type=”checkbox”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, and different names for each input. Users choose 0 or more.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Radio buttons: use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type=”radio”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, and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the same name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for each input in a group of buttons. Users choose exactly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9" name=""/>
          <p:cNvPicPr/>
          <p:nvPr/>
        </p:nvPicPr>
        <p:blipFill>
          <a:blip r:embed="rId1"/>
          <a:stretch/>
        </p:blipFill>
        <p:spPr>
          <a:xfrm>
            <a:off x="685800" y="228600"/>
            <a:ext cx="4343040" cy="27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"/>
          <p:cNvPicPr/>
          <p:nvPr/>
        </p:nvPicPr>
        <p:blipFill>
          <a:blip r:embed="rId2"/>
          <a:stretch/>
        </p:blipFill>
        <p:spPr>
          <a:xfrm>
            <a:off x="7721640" y="166680"/>
            <a:ext cx="2107800" cy="294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Task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1640" cy="19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Implement To-Do List HTML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Add the ability for users to enter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Display a list of sample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468000" y="10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CSS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468000" y="1080000"/>
            <a:ext cx="3131640" cy="372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If HTML controls structure, then CSS controls appearance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Controls: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Spacing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Color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Layout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and more...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/>
          </p:nvPr>
        </p:nvSpPr>
        <p:spPr>
          <a:xfrm>
            <a:off x="6400800" y="228600"/>
            <a:ext cx="3131640" cy="14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Inline CSS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167880" y="762840"/>
            <a:ext cx="343296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&lt;body&gt;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&lt;h1 style="color: blue; text-align: center;"&gt;This is a heading&lt;/h1&gt;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&lt;p style="color: red; font-size: 16px;"&gt;This is a paragraph.&lt;/p&gt;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&lt;/body&gt;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6400800" y="228600"/>
            <a:ext cx="3131640" cy="14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Inline CSS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6172200" y="2057400"/>
            <a:ext cx="3131640" cy="14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Internal CSS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230520" y="2622240"/>
            <a:ext cx="291312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&lt;style&gt;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    body {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        background-color: linen;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    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&lt;/style&gt;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6172200" y="3625200"/>
            <a:ext cx="3131640" cy="14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External CSS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"/>
          <p:cNvPicPr/>
          <p:nvPr/>
        </p:nvPicPr>
        <p:blipFill>
          <a:blip r:embed="rId1"/>
          <a:stretch/>
        </p:blipFill>
        <p:spPr>
          <a:xfrm>
            <a:off x="5715000" y="4315320"/>
            <a:ext cx="3428640" cy="117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CSS Selectors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3200400" y="1055160"/>
            <a:ext cx="62222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Class selectors: Add . Before selector 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ID selectors: Add # Before selector 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Add the appropriate attribute in the HTML 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1143000" y="1055160"/>
            <a:ext cx="22860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selector {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property: value;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pic>
        <p:nvPicPr>
          <p:cNvPr id="305" name=""/>
          <p:cNvPicPr/>
          <p:nvPr/>
        </p:nvPicPr>
        <p:blipFill>
          <a:blip r:embed="rId1"/>
          <a:stretch/>
        </p:blipFill>
        <p:spPr>
          <a:xfrm>
            <a:off x="2971800" y="2743200"/>
            <a:ext cx="2971440" cy="240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6" name=""/>
          <p:cNvPicPr/>
          <p:nvPr/>
        </p:nvPicPr>
        <p:blipFill>
          <a:blip r:embed="rId2"/>
          <a:stretch/>
        </p:blipFill>
        <p:spPr>
          <a:xfrm>
            <a:off x="6046200" y="2514600"/>
            <a:ext cx="3097440" cy="298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"/>
          <p:cNvPicPr/>
          <p:nvPr/>
        </p:nvPicPr>
        <p:blipFill>
          <a:blip r:embed="rId3"/>
          <a:stretch/>
        </p:blipFill>
        <p:spPr>
          <a:xfrm>
            <a:off x="0" y="3429000"/>
            <a:ext cx="2959560" cy="91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CSS Page Styling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3886200" y="1371600"/>
            <a:ext cx="62222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Apply styling to the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body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component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font-family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: Determines what type of font we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are using. First font is always used, other fonts in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list are simply fallback options. serif and sans-serif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are families.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background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: Background color. Use rgb or hex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color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: text-color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width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&amp;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height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: Element dimensions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1143000" y="1055160"/>
            <a:ext cx="1986480" cy="20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"/>
          <p:cNvPicPr/>
          <p:nvPr/>
        </p:nvPicPr>
        <p:blipFill>
          <a:blip r:embed="rId1"/>
          <a:stretch/>
        </p:blipFill>
        <p:spPr>
          <a:xfrm>
            <a:off x="0" y="1371600"/>
            <a:ext cx="4008960" cy="188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"/>
          <p:cNvSpPr txBox="1"/>
          <p:nvPr/>
        </p:nvSpPr>
        <p:spPr>
          <a:xfrm>
            <a:off x="914400" y="3886200"/>
            <a:ext cx="3306600" cy="1370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Fixed: px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Relative to parent container: 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Relative to viewport: vw/vh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Relative to font: em/rem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D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p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y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p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914760" y="1055520"/>
            <a:ext cx="1599840" cy="351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2971800" y="1055160"/>
            <a:ext cx="3200040" cy="35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Flexbox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629400" y="1055160"/>
            <a:ext cx="2057040" cy="35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Grid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"/>
          <p:cNvPicPr/>
          <p:nvPr/>
        </p:nvPicPr>
        <p:blipFill>
          <a:blip r:embed="rId1"/>
          <a:stretch/>
        </p:blipFill>
        <p:spPr>
          <a:xfrm>
            <a:off x="1011960" y="434340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"/>
          <p:cNvPicPr/>
          <p:nvPr/>
        </p:nvPicPr>
        <p:blipFill>
          <a:blip r:embed="rId2"/>
          <a:stretch/>
        </p:blipFill>
        <p:spPr>
          <a:xfrm>
            <a:off x="1012320" y="297180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"/>
          <p:cNvPicPr/>
          <p:nvPr/>
        </p:nvPicPr>
        <p:blipFill>
          <a:blip r:embed="rId3"/>
          <a:stretch/>
        </p:blipFill>
        <p:spPr>
          <a:xfrm>
            <a:off x="2612160" y="210204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"/>
          <p:cNvPicPr/>
          <p:nvPr/>
        </p:nvPicPr>
        <p:blipFill>
          <a:blip r:embed="rId4"/>
          <a:stretch/>
        </p:blipFill>
        <p:spPr>
          <a:xfrm>
            <a:off x="3755160" y="2102040"/>
            <a:ext cx="8164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"/>
          <p:cNvPicPr/>
          <p:nvPr/>
        </p:nvPicPr>
        <p:blipFill>
          <a:blip r:embed="rId5"/>
          <a:stretch/>
        </p:blipFill>
        <p:spPr>
          <a:xfrm>
            <a:off x="4572000" y="2102040"/>
            <a:ext cx="182844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"/>
          <p:cNvPicPr/>
          <p:nvPr/>
        </p:nvPicPr>
        <p:blipFill>
          <a:blip r:embed="rId6"/>
          <a:stretch/>
        </p:blipFill>
        <p:spPr>
          <a:xfrm>
            <a:off x="1012320" y="160020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3" name=""/>
          <p:cNvPicPr/>
          <p:nvPr/>
        </p:nvPicPr>
        <p:blipFill>
          <a:blip r:embed="rId7"/>
          <a:stretch/>
        </p:blipFill>
        <p:spPr>
          <a:xfrm>
            <a:off x="7086600" y="1828800"/>
            <a:ext cx="1045080" cy="114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"/>
          <p:cNvPicPr/>
          <p:nvPr/>
        </p:nvPicPr>
        <p:blipFill>
          <a:blip r:embed="rId8"/>
          <a:stretch/>
        </p:blipFill>
        <p:spPr>
          <a:xfrm>
            <a:off x="8229600" y="1828800"/>
            <a:ext cx="1045080" cy="114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"/>
          <p:cNvPicPr/>
          <p:nvPr/>
        </p:nvPicPr>
        <p:blipFill>
          <a:blip r:embed="rId9"/>
          <a:stretch/>
        </p:blipFill>
        <p:spPr>
          <a:xfrm>
            <a:off x="7086600" y="301680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" name=""/>
          <p:cNvPicPr/>
          <p:nvPr/>
        </p:nvPicPr>
        <p:blipFill>
          <a:blip r:embed="rId10"/>
          <a:stretch/>
        </p:blipFill>
        <p:spPr>
          <a:xfrm>
            <a:off x="8229600" y="301680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7" name=""/>
          <p:cNvPicPr/>
          <p:nvPr/>
        </p:nvPicPr>
        <p:blipFill>
          <a:blip r:embed="rId11"/>
          <a:stretch/>
        </p:blipFill>
        <p:spPr>
          <a:xfrm>
            <a:off x="7086960" y="4343400"/>
            <a:ext cx="2285640" cy="132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"/>
          <p:cNvSpPr txBox="1"/>
          <p:nvPr/>
        </p:nvSpPr>
        <p:spPr>
          <a:xfrm>
            <a:off x="3200400" y="1490760"/>
            <a:ext cx="1986840" cy="102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display: flex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011960" y="1371600"/>
            <a:ext cx="1986840" cy="102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display: block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7315200" y="1371600"/>
            <a:ext cx="2057400" cy="64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display: grid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"/>
          <p:cNvPicPr/>
          <p:nvPr/>
        </p:nvPicPr>
        <p:blipFill>
          <a:blip r:embed="rId1"/>
          <a:stretch/>
        </p:blipFill>
        <p:spPr>
          <a:xfrm>
            <a:off x="6858000" y="1828800"/>
            <a:ext cx="2514600" cy="13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CSS Flexbox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3" name=""/>
          <p:cNvPicPr/>
          <p:nvPr/>
        </p:nvPicPr>
        <p:blipFill>
          <a:blip r:embed="rId2"/>
          <a:stretch/>
        </p:blipFill>
        <p:spPr>
          <a:xfrm>
            <a:off x="2743200" y="1143000"/>
            <a:ext cx="2514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"/>
          <p:cNvPicPr/>
          <p:nvPr/>
        </p:nvPicPr>
        <p:blipFill>
          <a:blip r:embed="rId3"/>
          <a:stretch/>
        </p:blipFill>
        <p:spPr>
          <a:xfrm>
            <a:off x="2971800" y="11430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"/>
          <p:cNvPicPr/>
          <p:nvPr/>
        </p:nvPicPr>
        <p:blipFill>
          <a:blip r:embed="rId4"/>
          <a:stretch/>
        </p:blipFill>
        <p:spPr>
          <a:xfrm>
            <a:off x="2743200" y="1625760"/>
            <a:ext cx="2514600" cy="43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"/>
          <p:cNvSpPr txBox="1"/>
          <p:nvPr/>
        </p:nvSpPr>
        <p:spPr>
          <a:xfrm>
            <a:off x="1011960" y="980280"/>
            <a:ext cx="2009880" cy="286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justify-content:</a:t>
            </a:r>
            <a:br>
              <a:rPr sz="1500"/>
            </a:b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flex-start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600"/>
            </a:b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flex-end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600"/>
            </a:b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center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600"/>
            </a:b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space-between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600"/>
            </a:b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space-evenly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7" name=""/>
          <p:cNvPicPr/>
          <p:nvPr/>
        </p:nvPicPr>
        <p:blipFill>
          <a:blip r:embed="rId5"/>
          <a:stretch/>
        </p:blipFill>
        <p:spPr>
          <a:xfrm>
            <a:off x="2743200" y="2076840"/>
            <a:ext cx="2514600" cy="43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8" name=""/>
          <p:cNvPicPr/>
          <p:nvPr/>
        </p:nvPicPr>
        <p:blipFill>
          <a:blip r:embed="rId6"/>
          <a:stretch/>
        </p:blipFill>
        <p:spPr>
          <a:xfrm>
            <a:off x="2743200" y="2743200"/>
            <a:ext cx="2514600" cy="43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9" name=""/>
          <p:cNvPicPr/>
          <p:nvPr/>
        </p:nvPicPr>
        <p:blipFill>
          <a:blip r:embed="rId7"/>
          <a:stretch/>
        </p:blipFill>
        <p:spPr>
          <a:xfrm>
            <a:off x="2743200" y="3225960"/>
            <a:ext cx="2514600" cy="43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0" name=""/>
          <p:cNvPicPr/>
          <p:nvPr/>
        </p:nvPicPr>
        <p:blipFill>
          <a:blip r:embed="rId8"/>
          <a:stretch/>
        </p:blipFill>
        <p:spPr>
          <a:xfrm>
            <a:off x="3200400" y="11430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"/>
          <p:cNvPicPr/>
          <p:nvPr/>
        </p:nvPicPr>
        <p:blipFill>
          <a:blip r:embed="rId9"/>
          <a:stretch/>
        </p:blipFill>
        <p:spPr>
          <a:xfrm>
            <a:off x="3429000" y="11430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2" name=""/>
          <p:cNvPicPr/>
          <p:nvPr/>
        </p:nvPicPr>
        <p:blipFill>
          <a:blip r:embed="rId10"/>
          <a:stretch/>
        </p:blipFill>
        <p:spPr>
          <a:xfrm>
            <a:off x="3657600" y="11430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"/>
          <p:cNvPicPr/>
          <p:nvPr/>
        </p:nvPicPr>
        <p:blipFill>
          <a:blip r:embed="rId11"/>
          <a:stretch/>
        </p:blipFill>
        <p:spPr>
          <a:xfrm>
            <a:off x="4800600" y="1600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"/>
          <p:cNvPicPr/>
          <p:nvPr/>
        </p:nvPicPr>
        <p:blipFill>
          <a:blip r:embed="rId12"/>
          <a:stretch/>
        </p:blipFill>
        <p:spPr>
          <a:xfrm>
            <a:off x="4572000" y="1600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"/>
          <p:cNvPicPr/>
          <p:nvPr/>
        </p:nvPicPr>
        <p:blipFill>
          <a:blip r:embed="rId13"/>
          <a:stretch/>
        </p:blipFill>
        <p:spPr>
          <a:xfrm>
            <a:off x="4343400" y="1600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"/>
          <p:cNvPicPr/>
          <p:nvPr/>
        </p:nvPicPr>
        <p:blipFill>
          <a:blip r:embed="rId14"/>
          <a:stretch/>
        </p:blipFill>
        <p:spPr>
          <a:xfrm>
            <a:off x="4114800" y="1600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"/>
          <p:cNvPicPr/>
          <p:nvPr/>
        </p:nvPicPr>
        <p:blipFill>
          <a:blip r:embed="rId15"/>
          <a:stretch/>
        </p:blipFill>
        <p:spPr>
          <a:xfrm>
            <a:off x="3429000" y="2057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"/>
          <p:cNvPicPr/>
          <p:nvPr/>
        </p:nvPicPr>
        <p:blipFill>
          <a:blip r:embed="rId16"/>
          <a:stretch/>
        </p:blipFill>
        <p:spPr>
          <a:xfrm>
            <a:off x="3657600" y="2057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"/>
          <p:cNvPicPr/>
          <p:nvPr/>
        </p:nvPicPr>
        <p:blipFill>
          <a:blip r:embed="rId17"/>
          <a:stretch/>
        </p:blipFill>
        <p:spPr>
          <a:xfrm>
            <a:off x="3886200" y="2057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"/>
          <p:cNvPicPr/>
          <p:nvPr/>
        </p:nvPicPr>
        <p:blipFill>
          <a:blip r:embed="rId18"/>
          <a:stretch/>
        </p:blipFill>
        <p:spPr>
          <a:xfrm>
            <a:off x="4114800" y="2057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"/>
          <p:cNvPicPr/>
          <p:nvPr/>
        </p:nvPicPr>
        <p:blipFill>
          <a:blip r:embed="rId19"/>
          <a:stretch/>
        </p:blipFill>
        <p:spPr>
          <a:xfrm>
            <a:off x="4343400" y="2057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2" name=""/>
          <p:cNvPicPr/>
          <p:nvPr/>
        </p:nvPicPr>
        <p:blipFill>
          <a:blip r:embed="rId20"/>
          <a:stretch/>
        </p:blipFill>
        <p:spPr>
          <a:xfrm>
            <a:off x="3657600" y="3200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"/>
          <p:cNvPicPr/>
          <p:nvPr/>
        </p:nvPicPr>
        <p:blipFill>
          <a:blip r:embed="rId21"/>
          <a:stretch/>
        </p:blipFill>
        <p:spPr>
          <a:xfrm>
            <a:off x="3429000" y="2743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"/>
          <p:cNvPicPr/>
          <p:nvPr/>
        </p:nvPicPr>
        <p:blipFill>
          <a:blip r:embed="rId22"/>
          <a:stretch/>
        </p:blipFill>
        <p:spPr>
          <a:xfrm>
            <a:off x="3886200" y="2743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"/>
          <p:cNvPicPr/>
          <p:nvPr/>
        </p:nvPicPr>
        <p:blipFill>
          <a:blip r:embed="rId23"/>
          <a:stretch/>
        </p:blipFill>
        <p:spPr>
          <a:xfrm>
            <a:off x="4800600" y="271764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6" name=""/>
          <p:cNvPicPr/>
          <p:nvPr/>
        </p:nvPicPr>
        <p:blipFill>
          <a:blip r:embed="rId24"/>
          <a:stretch/>
        </p:blipFill>
        <p:spPr>
          <a:xfrm>
            <a:off x="4343400" y="2743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7" name=""/>
          <p:cNvPicPr/>
          <p:nvPr/>
        </p:nvPicPr>
        <p:blipFill>
          <a:blip r:embed="rId25"/>
          <a:stretch/>
        </p:blipFill>
        <p:spPr>
          <a:xfrm>
            <a:off x="3200400" y="3200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8" name=""/>
          <p:cNvPicPr/>
          <p:nvPr/>
        </p:nvPicPr>
        <p:blipFill>
          <a:blip r:embed="rId26"/>
          <a:stretch/>
        </p:blipFill>
        <p:spPr>
          <a:xfrm>
            <a:off x="2972160" y="271764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"/>
          <p:cNvPicPr/>
          <p:nvPr/>
        </p:nvPicPr>
        <p:blipFill>
          <a:blip r:embed="rId27"/>
          <a:stretch/>
        </p:blipFill>
        <p:spPr>
          <a:xfrm>
            <a:off x="4114800" y="3200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"/>
          <p:cNvPicPr/>
          <p:nvPr/>
        </p:nvPicPr>
        <p:blipFill>
          <a:blip r:embed="rId28"/>
          <a:stretch/>
        </p:blipFill>
        <p:spPr>
          <a:xfrm>
            <a:off x="4572000" y="3200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"/>
          <p:cNvPicPr/>
          <p:nvPr/>
        </p:nvPicPr>
        <p:blipFill>
          <a:blip r:embed="rId29"/>
          <a:stretch/>
        </p:blipFill>
        <p:spPr>
          <a:xfrm>
            <a:off x="7086600" y="457200"/>
            <a:ext cx="2514600" cy="13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"/>
          <p:cNvSpPr txBox="1"/>
          <p:nvPr/>
        </p:nvSpPr>
        <p:spPr>
          <a:xfrm>
            <a:off x="5825880" y="685800"/>
            <a:ext cx="1717920" cy="496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align-items:</a:t>
            </a:r>
            <a:br>
              <a:rPr sz="1500"/>
            </a:b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flex-start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500"/>
            </a:b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flex-end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500"/>
            </a:b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center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500"/>
            </a:b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stretch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3" name=""/>
          <p:cNvPicPr/>
          <p:nvPr/>
        </p:nvPicPr>
        <p:blipFill>
          <a:blip r:embed="rId30"/>
          <a:stretch/>
        </p:blipFill>
        <p:spPr>
          <a:xfrm>
            <a:off x="7130160" y="2978640"/>
            <a:ext cx="251460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"/>
          <p:cNvPicPr/>
          <p:nvPr/>
        </p:nvPicPr>
        <p:blipFill>
          <a:blip r:embed="rId31"/>
          <a:stretch/>
        </p:blipFill>
        <p:spPr>
          <a:xfrm>
            <a:off x="7086600" y="4114800"/>
            <a:ext cx="251460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5" name=""/>
          <p:cNvPicPr/>
          <p:nvPr/>
        </p:nvPicPr>
        <p:blipFill>
          <a:blip r:embed="rId32"/>
          <a:stretch/>
        </p:blipFill>
        <p:spPr>
          <a:xfrm>
            <a:off x="8001000" y="4343400"/>
            <a:ext cx="45756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"/>
          <p:cNvPicPr/>
          <p:nvPr/>
        </p:nvPicPr>
        <p:blipFill>
          <a:blip r:embed="rId33"/>
          <a:stretch/>
        </p:blipFill>
        <p:spPr>
          <a:xfrm>
            <a:off x="7772400" y="4343400"/>
            <a:ext cx="2286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"/>
          <p:cNvPicPr/>
          <p:nvPr/>
        </p:nvPicPr>
        <p:blipFill>
          <a:blip r:embed="rId34"/>
          <a:stretch/>
        </p:blipFill>
        <p:spPr>
          <a:xfrm>
            <a:off x="8458560" y="4350240"/>
            <a:ext cx="4572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"/>
          <p:cNvPicPr/>
          <p:nvPr/>
        </p:nvPicPr>
        <p:blipFill>
          <a:blip r:embed="rId35"/>
          <a:stretch/>
        </p:blipFill>
        <p:spPr>
          <a:xfrm>
            <a:off x="8458200" y="34290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9" name=""/>
          <p:cNvPicPr/>
          <p:nvPr/>
        </p:nvPicPr>
        <p:blipFill>
          <a:blip r:embed="rId36"/>
          <a:stretch/>
        </p:blipFill>
        <p:spPr>
          <a:xfrm>
            <a:off x="8001000" y="3429720"/>
            <a:ext cx="457200" cy="45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0" name=""/>
          <p:cNvPicPr/>
          <p:nvPr/>
        </p:nvPicPr>
        <p:blipFill>
          <a:blip r:embed="rId37"/>
          <a:stretch/>
        </p:blipFill>
        <p:spPr>
          <a:xfrm>
            <a:off x="7772400" y="34290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"/>
          <p:cNvPicPr/>
          <p:nvPr/>
        </p:nvPicPr>
        <p:blipFill>
          <a:blip r:embed="rId38"/>
          <a:stretch/>
        </p:blipFill>
        <p:spPr>
          <a:xfrm>
            <a:off x="7543800" y="25146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2" name=""/>
          <p:cNvPicPr/>
          <p:nvPr/>
        </p:nvPicPr>
        <p:blipFill>
          <a:blip r:embed="rId39"/>
          <a:stretch/>
        </p:blipFill>
        <p:spPr>
          <a:xfrm>
            <a:off x="7772400" y="25146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3" name=""/>
          <p:cNvPicPr/>
          <p:nvPr/>
        </p:nvPicPr>
        <p:blipFill>
          <a:blip r:embed="rId40"/>
          <a:stretch/>
        </p:blipFill>
        <p:spPr>
          <a:xfrm>
            <a:off x="8229600" y="25146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"/>
          <p:cNvPicPr/>
          <p:nvPr/>
        </p:nvPicPr>
        <p:blipFill>
          <a:blip r:embed="rId41"/>
          <a:stretch/>
        </p:blipFill>
        <p:spPr>
          <a:xfrm>
            <a:off x="7543800" y="6858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"/>
          <p:cNvPicPr/>
          <p:nvPr/>
        </p:nvPicPr>
        <p:blipFill>
          <a:blip r:embed="rId42"/>
          <a:stretch/>
        </p:blipFill>
        <p:spPr>
          <a:xfrm>
            <a:off x="7822440" y="6858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"/>
          <p:cNvPicPr/>
          <p:nvPr/>
        </p:nvPicPr>
        <p:blipFill>
          <a:blip r:embed="rId43"/>
          <a:stretch/>
        </p:blipFill>
        <p:spPr>
          <a:xfrm>
            <a:off x="8229600" y="6858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"/>
          <p:cNvSpPr txBox="1"/>
          <p:nvPr/>
        </p:nvSpPr>
        <p:spPr>
          <a:xfrm>
            <a:off x="228600" y="3886200"/>
            <a:ext cx="5490720" cy="1663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Other common options:</a:t>
            </a:r>
            <a:br>
              <a:rPr sz="1800"/>
            </a:b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align-self: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Overrides align-items for particular item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flex-grow: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how much space an an element takes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along the axis.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flex-shrink: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allows item to shrink if necessary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flex-wrap: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wraps content to multiple lines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CSS Padding and Margins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Padding: Extra space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inside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an element.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Margin: Extra space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outside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an element.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Tips: Add -left, -right, -top, -bottom to control spacing in a particular direction. Or use multiple values for the margin or padding property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1899360" y="2514600"/>
            <a:ext cx="290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h1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margin: 10px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81" name=""/>
          <p:cNvSpPr/>
          <p:nvPr/>
        </p:nvSpPr>
        <p:spPr>
          <a:xfrm>
            <a:off x="6172200" y="2514600"/>
            <a:ext cx="3586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h1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padding: 10px 10px 5px 1px;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82" name=""/>
          <p:cNvSpPr/>
          <p:nvPr/>
        </p:nvSpPr>
        <p:spPr>
          <a:xfrm>
            <a:off x="1899720" y="4069800"/>
            <a:ext cx="29008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h1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margin-left: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margin-right: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margin-top: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margin-bottom: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828800" y="3539880"/>
            <a:ext cx="1718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Is equivalent 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6172200" y="3657600"/>
            <a:ext cx="29008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h1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padding-top: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padding-right: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padding-bottom: 5px;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padding-left: 1px;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6511320" y="3311280"/>
            <a:ext cx="1718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Is equivalent 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Task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1640" cy="19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Implement To-Do List CSS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4"/>
          <p:cNvSpPr txBox="1"/>
          <p:nvPr/>
        </p:nvSpPr>
        <p:spPr>
          <a:xfrm>
            <a:off x="468360" y="10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11"/>
          <p:cNvSpPr txBox="1"/>
          <p:nvPr/>
        </p:nvSpPr>
        <p:spPr>
          <a:xfrm>
            <a:off x="468360" y="1080000"/>
            <a:ext cx="3131640" cy="372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Adds behavior to web pages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Responds to user 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Dynamically changes HTML and CSS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Runs in the browser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TLDR: It’s what makes the UIs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Functional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 variables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2" name=""/>
          <p:cNvPicPr/>
          <p:nvPr/>
        </p:nvPicPr>
        <p:blipFill>
          <a:blip r:embed="rId1"/>
          <a:stretch/>
        </p:blipFill>
        <p:spPr>
          <a:xfrm>
            <a:off x="2514600" y="934200"/>
            <a:ext cx="4800600" cy="149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"/>
          <p:cNvSpPr txBox="1"/>
          <p:nvPr/>
        </p:nvSpPr>
        <p:spPr>
          <a:xfrm>
            <a:off x="2322720" y="2662560"/>
            <a:ext cx="5293800" cy="22186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JavaScript is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dynamically typed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Declare variables with let, var, or const.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let: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dynamic, variables can change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var: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same as let*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const: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variables cannot change once declared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var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is typically globally scoped, and can redeclare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variables with the same values.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r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p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p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d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d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098720" y="2514600"/>
            <a:ext cx="370188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Conditionals use if/else, same as many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programming languages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7" name=""/>
          <p:cNvPicPr/>
          <p:nvPr/>
        </p:nvPicPr>
        <p:blipFill>
          <a:blip r:embed="rId1"/>
          <a:stretch/>
        </p:blipFill>
        <p:spPr>
          <a:xfrm>
            <a:off x="5257800" y="914400"/>
            <a:ext cx="4618440" cy="152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8" name=""/>
          <p:cNvPicPr/>
          <p:nvPr/>
        </p:nvPicPr>
        <p:blipFill>
          <a:blip r:embed="rId2"/>
          <a:stretch/>
        </p:blipFill>
        <p:spPr>
          <a:xfrm>
            <a:off x="457200" y="914400"/>
            <a:ext cx="4618440" cy="15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"/>
          <p:cNvSpPr txBox="1"/>
          <p:nvPr/>
        </p:nvSpPr>
        <p:spPr>
          <a:xfrm>
            <a:off x="5029200" y="2514600"/>
            <a:ext cx="3701880" cy="290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Loops: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Traditional for loop: Use an iterator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for … of loop: Iterates through values of elements in array/map/object directly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for … in loop: Iterates through keys of elements in an object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while loop: Iterate as long 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 is true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 Arrays and Objects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098720" y="2514600"/>
            <a:ext cx="3701880" cy="338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Arrays stored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ordered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list of items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add to array, use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push()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remove last item, use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pop()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Length of array: use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.length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property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Index elements with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[]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Filter function: Removes elements that do not meet filter requirements, resulting in a new array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 function: Transform each item in an array, resulting in a new array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5029200" y="2513520"/>
            <a:ext cx="4114800" cy="434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Objects store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unordered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collection of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variables in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key-value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pairs. Keys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strings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Initialize with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{}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Keys also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known as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property. To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access a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property of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object,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.proper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ty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or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[property]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Accessing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properties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do not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exist will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 a value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undefined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can also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define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functions as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values of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4" name=""/>
          <p:cNvPicPr/>
          <p:nvPr/>
        </p:nvPicPr>
        <p:blipFill>
          <a:blip r:embed="rId1"/>
          <a:stretch/>
        </p:blipFill>
        <p:spPr>
          <a:xfrm>
            <a:off x="5029200" y="914400"/>
            <a:ext cx="3950640" cy="160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5" name=""/>
          <p:cNvPicPr/>
          <p:nvPr/>
        </p:nvPicPr>
        <p:blipFill>
          <a:blip r:embed="rId2"/>
          <a:stretch/>
        </p:blipFill>
        <p:spPr>
          <a:xfrm>
            <a:off x="761400" y="908280"/>
            <a:ext cx="4039200" cy="160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 Maps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371600" y="1055160"/>
            <a:ext cx="3886200" cy="511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Maps are a special type of object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Keys can be any type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Maps remember insertion order of keys, and maps are iterables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 Maps using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new Map()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Update or add using set()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 value of key using get()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 size of map using .size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Delete with delete(key)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.has to determine if a key exists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.forEach can be used to run a function that loops over each key/value pair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9" name=""/>
          <p:cNvPicPr/>
          <p:nvPr/>
        </p:nvPicPr>
        <p:blipFill>
          <a:blip r:embed="rId1"/>
          <a:stretch/>
        </p:blipFill>
        <p:spPr>
          <a:xfrm>
            <a:off x="5029200" y="1600200"/>
            <a:ext cx="4899960" cy="288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r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p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371600" y="1055160"/>
            <a:ext cx="3886200" cy="20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Reusable blocks of code that execute only when called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Increases modularity and reduces duplication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Functions are hoisted, can be called before they are actually defined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3" name=""/>
          <p:cNvPicPr/>
          <p:nvPr/>
        </p:nvPicPr>
        <p:blipFill>
          <a:blip r:embed="rId1"/>
          <a:stretch/>
        </p:blipFill>
        <p:spPr>
          <a:xfrm>
            <a:off x="5715000" y="3657600"/>
            <a:ext cx="4343400" cy="13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4" name=""/>
          <p:cNvPicPr/>
          <p:nvPr/>
        </p:nvPicPr>
        <p:blipFill>
          <a:blip r:embed="rId2"/>
          <a:stretch/>
        </p:blipFill>
        <p:spPr>
          <a:xfrm>
            <a:off x="5486400" y="1500840"/>
            <a:ext cx="4456440" cy="157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5" name=""/>
          <p:cNvPicPr/>
          <p:nvPr/>
        </p:nvPicPr>
        <p:blipFill>
          <a:blip r:embed="rId3"/>
          <a:stretch/>
        </p:blipFill>
        <p:spPr>
          <a:xfrm>
            <a:off x="1143000" y="3629880"/>
            <a:ext cx="4456440" cy="11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"/>
          <p:cNvSpPr txBox="1"/>
          <p:nvPr/>
        </p:nvSpPr>
        <p:spPr>
          <a:xfrm>
            <a:off x="1371600" y="3200400"/>
            <a:ext cx="2878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use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function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keyword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6460560" y="1143000"/>
            <a:ext cx="19976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Arrow functions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6172200" y="3311280"/>
            <a:ext cx="2023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 Promises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1143000" y="965880"/>
            <a:ext cx="4114800" cy="246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representing values that exist in the future, important for asynchronous ops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Examples: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fetching data, timers, file loading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Pending: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Initial state, operation not completed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Fulfilled: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Operation successfully completed. Promise now has a value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Rejected: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Operation returned an error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371600" y="3082680"/>
            <a:ext cx="20358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Creating promises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6400800" y="914400"/>
            <a:ext cx="2582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use the promise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4" name=""/>
          <p:cNvPicPr/>
          <p:nvPr/>
        </p:nvPicPr>
        <p:blipFill>
          <a:blip r:embed="rId1"/>
          <a:stretch/>
        </p:blipFill>
        <p:spPr>
          <a:xfrm>
            <a:off x="1143000" y="3429000"/>
            <a:ext cx="4343400" cy="182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"/>
          <p:cNvSpPr txBox="1"/>
          <p:nvPr/>
        </p:nvSpPr>
        <p:spPr>
          <a:xfrm>
            <a:off x="228600" y="5257800"/>
            <a:ext cx="5729400" cy="30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Resolve handles value when promise fulfilled, reject handles error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6" name=""/>
          <p:cNvPicPr/>
          <p:nvPr/>
        </p:nvPicPr>
        <p:blipFill>
          <a:blip r:embed="rId2"/>
          <a:stretch/>
        </p:blipFill>
        <p:spPr>
          <a:xfrm>
            <a:off x="6764760" y="1277280"/>
            <a:ext cx="2218320" cy="11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"/>
          <p:cNvSpPr txBox="1"/>
          <p:nvPr/>
        </p:nvSpPr>
        <p:spPr>
          <a:xfrm>
            <a:off x="5257800" y="2481840"/>
            <a:ext cx="4800600" cy="50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.then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runs on resolve case, and .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catch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catches any errors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8" name=""/>
          <p:cNvPicPr/>
          <p:nvPr/>
        </p:nvPicPr>
        <p:blipFill>
          <a:blip r:embed="rId3"/>
          <a:stretch/>
        </p:blipFill>
        <p:spPr>
          <a:xfrm>
            <a:off x="6172200" y="3429000"/>
            <a:ext cx="3476880" cy="219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"/>
          <p:cNvSpPr txBox="1"/>
          <p:nvPr/>
        </p:nvSpPr>
        <p:spPr>
          <a:xfrm>
            <a:off x="6172200" y="2882880"/>
            <a:ext cx="3429000" cy="76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async/await paradigm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catch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block handles all reject cases)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The DOM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1143000" y="1143000"/>
            <a:ext cx="4114800" cy="330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Short for Document Object Model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object tree that browsers see, representing the HTML structure of the site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JavaScript uses the DOM to interact with the website by: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Reading HTML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Adding or removing HTML elements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Changing properties of HTML elements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Affecting content, structure, and style of page in real time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3" name=""/>
          <p:cNvPicPr/>
          <p:nvPr/>
        </p:nvPicPr>
        <p:blipFill>
          <a:blip r:embed="rId1"/>
          <a:stretch/>
        </p:blipFill>
        <p:spPr>
          <a:xfrm>
            <a:off x="5486400" y="1143000"/>
            <a:ext cx="4356360" cy="2450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DOM JavaScript Essentials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1143000" y="1143000"/>
            <a:ext cx="4114800" cy="232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Selecting Eelements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document.getElementById –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Gets the first element that matches the id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document.getElementByClassName –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Gets all elements that have the same class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document.QuerySelector –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 first element that match specific CSS selectors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7" name=""/>
          <p:cNvPicPr/>
          <p:nvPr/>
        </p:nvPicPr>
        <p:blipFill>
          <a:blip r:embed="rId1"/>
          <a:stretch/>
        </p:blipFill>
        <p:spPr>
          <a:xfrm>
            <a:off x="0" y="3886200"/>
            <a:ext cx="529056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"/>
          <p:cNvSpPr txBox="1"/>
          <p:nvPr/>
        </p:nvSpPr>
        <p:spPr>
          <a:xfrm>
            <a:off x="5257800" y="914400"/>
            <a:ext cx="4800600" cy="304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Manipulating Elements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Many ways to do so, here are common ones: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createElement: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Creates new element, but not insert into DOM yet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appendChild: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Appends a child element to a selected parent element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textContent: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Edits text that is displayed in element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innerHTML: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Alternative to above but allows for direct HTML injection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style: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Adds CSS. Use CSS properties to edit a particular style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classList.add: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adds a class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classList.remove: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removes a class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9" name=""/>
          <p:cNvPicPr/>
          <p:nvPr/>
        </p:nvPicPr>
        <p:blipFill>
          <a:blip r:embed="rId2"/>
          <a:stretch/>
        </p:blipFill>
        <p:spPr>
          <a:xfrm>
            <a:off x="5486400" y="3886200"/>
            <a:ext cx="4572000" cy="179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Listeners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2057400" y="1064880"/>
            <a:ext cx="7086600" cy="304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Responds and “listens” to user actions (AKA Events)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Function that triggers upon a specified event taking place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Syntax: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addEventListener(event, action)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Events: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click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keydown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3" name=""/>
          <p:cNvPicPr/>
          <p:nvPr/>
        </p:nvPicPr>
        <p:blipFill>
          <a:blip r:embed="rId1"/>
          <a:stretch/>
        </p:blipFill>
        <p:spPr>
          <a:xfrm>
            <a:off x="4889880" y="2514600"/>
            <a:ext cx="4711320" cy="302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4" name=""/>
          <p:cNvPicPr/>
          <p:nvPr/>
        </p:nvPicPr>
        <p:blipFill>
          <a:blip r:embed="rId2"/>
          <a:stretch/>
        </p:blipFill>
        <p:spPr>
          <a:xfrm>
            <a:off x="1828800" y="3886200"/>
            <a:ext cx="2743200" cy="149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Task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1640" cy="19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Put everything you learned together to complete the full To-Do 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Feel free to work with others!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React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9" name=""/>
          <p:cNvPicPr/>
          <p:nvPr/>
        </p:nvPicPr>
        <p:blipFill>
          <a:blip r:embed="rId1"/>
          <a:stretch/>
        </p:blipFill>
        <p:spPr>
          <a:xfrm>
            <a:off x="685800" y="1143000"/>
            <a:ext cx="3657600" cy="365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"/>
          <p:cNvSpPr txBox="1"/>
          <p:nvPr/>
        </p:nvSpPr>
        <p:spPr>
          <a:xfrm>
            <a:off x="4800600" y="914400"/>
            <a:ext cx="4114080" cy="465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React is a JavaScript library for building user interfaces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UI is built from components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React automatically updates the DOM for you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describe what the UI should look like, not how to update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Vanilla JS: You control DOM elements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React: Automatic control when state changes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useState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5258520" y="946080"/>
            <a:ext cx="4114080" cy="465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useState stores component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 = data that changes over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Updating state automatically updates the UI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state change will cause a re-render of the component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conditionally render components based on state (see 2</a:t>
            </a:r>
            <a:r>
              <a:rPr lang="en-US" sz="16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example)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4" name=""/>
          <p:cNvPicPr/>
          <p:nvPr/>
        </p:nvPicPr>
        <p:blipFill>
          <a:blip r:embed="rId1"/>
          <a:stretch/>
        </p:blipFill>
        <p:spPr>
          <a:xfrm>
            <a:off x="77400" y="1371600"/>
            <a:ext cx="4494600" cy="11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5" name=""/>
          <p:cNvPicPr/>
          <p:nvPr/>
        </p:nvPicPr>
        <p:blipFill>
          <a:blip r:embed="rId2"/>
          <a:stretch/>
        </p:blipFill>
        <p:spPr>
          <a:xfrm>
            <a:off x="123120" y="2934000"/>
            <a:ext cx="5134680" cy="2323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useEffect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4800600" y="914400"/>
            <a:ext cx="4114080" cy="465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Runs functions after rendering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Used for fetching data, subscribing to events, or syncing with external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 to understand: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Dependency arrays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Empty array: function runs after every render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Otherwise, function runs once initially, then only when dependencies in the list changes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9" name=""/>
          <p:cNvPicPr/>
          <p:nvPr/>
        </p:nvPicPr>
        <p:blipFill>
          <a:blip r:embed="rId1"/>
          <a:stretch/>
        </p:blipFill>
        <p:spPr>
          <a:xfrm>
            <a:off x="1143000" y="946080"/>
            <a:ext cx="3391560" cy="429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/>
          </p:nvPr>
        </p:nvSpPr>
        <p:spPr>
          <a:xfrm>
            <a:off x="504000" y="1836000"/>
            <a:ext cx="6162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https://encrypted-tbn0.gstatic.com/images?q=tbn:ANd9GcQEz5LiT5E4d9Ag8ZJGdfiP-OaBINrw8Fu_uw&amp;s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https://www.pngarts.com/explore/185921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3"/>
              </a:rPr>
              <a:t>https://www.freecodecamp.org/news/content/images/2021/09/Document.jpg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4"/>
              </a:rPr>
              <a:t>https://www.pngarts.com/files/9/Lego-Minecraft-Steve-PNG-Transparent-Image.png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5"/>
              </a:rPr>
              <a:t>https://cdn.freebiesupply.com/images/large/2x/apple-logo-transparent.png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6"/>
              </a:rPr>
              <a:t>https://react.dev/learn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618480" y="4343400"/>
            <a:ext cx="303912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7"/>
              </a:rPr>
              <a:t>https://www.w3schools.com/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Application>LibreOffice/25.8.4.2$Linux_X86_64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2026-01-16T12:51:00Z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en-US</dc:language>
  <cp:lastModifiedBy/>
  <dcterms:modified xsi:type="dcterms:W3CDTF">2026-01-19T22:57:58Z</dcterms:modified>
  <cp:revision>7</cp:revision>
  <dc:subject/>
  <dc:title>Grey Elegant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