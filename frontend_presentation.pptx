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6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media/image3.svg" ContentType="image/svg"/>
  <Override PartName="/ppt/slides/slide29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26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5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6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eg"/><Relationship Id="rId3" Type="http://schemas.openxmlformats.org/officeDocument/2006/relationships/image" Target="../media/image1.jpeg"/><Relationship Id="rId4" Type="http://schemas.openxmlformats.org/officeDocument/2006/relationships/image" Target="../media/image1.jpeg"/><Relationship Id="rId5" Type="http://schemas.openxmlformats.org/officeDocument/2006/relationships/image" Target="../media/image1.jpeg"/><Relationship Id="rId6" Type="http://schemas.openxmlformats.org/officeDocument/2006/relationships/image" Target="../media/image1.jpeg"/><Relationship Id="rId7" Type="http://schemas.openxmlformats.org/officeDocument/2006/relationships/image" Target="../media/image1.jpeg"/><Relationship Id="rId8" Type="http://schemas.openxmlformats.org/officeDocument/2006/relationships/image" Target="../media/image1.jpeg"/><Relationship Id="rId9" Type="http://schemas.openxmlformats.org/officeDocument/2006/relationships/image" Target="../media/image1.jpeg"/><Relationship Id="rId10" Type="http://schemas.openxmlformats.org/officeDocument/2006/relationships/image" Target="../media/image1.jpeg"/><Relationship Id="rId11" Type="http://schemas.openxmlformats.org/officeDocument/2006/relationships/image" Target="../media/image1.jpeg"/><Relationship Id="rId12" Type="http://schemas.openxmlformats.org/officeDocument/2006/relationships/image" Target="../media/image1.jpeg"/><Relationship Id="rId13" Type="http://schemas.openxmlformats.org/officeDocument/2006/relationships/image" Target="../media/image1.jpeg"/><Relationship Id="rId14" Type="http://schemas.openxmlformats.org/officeDocument/2006/relationships/image" Target="../media/image1.jpeg"/><Relationship Id="rId15" Type="http://schemas.openxmlformats.org/officeDocument/2006/relationships/image" Target="../media/image1.jpeg"/><Relationship Id="rId16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eg"/><Relationship Id="rId3" Type="http://schemas.openxmlformats.org/officeDocument/2006/relationships/image" Target="../media/image1.jpeg"/><Relationship Id="rId4" Type="http://schemas.openxmlformats.org/officeDocument/2006/relationships/image" Target="../media/image1.jpeg"/><Relationship Id="rId5" Type="http://schemas.openxmlformats.org/officeDocument/2006/relationships/image" Target="../media/image1.jpeg"/><Relationship Id="rId6" Type="http://schemas.openxmlformats.org/officeDocument/2006/relationships/image" Target="../media/image1.jpeg"/><Relationship Id="rId7" Type="http://schemas.openxmlformats.org/officeDocument/2006/relationships/image" Target="../media/image1.jpeg"/><Relationship Id="rId8" Type="http://schemas.openxmlformats.org/officeDocument/2006/relationships/image" Target="../media/image1.jpeg"/><Relationship Id="rId9" Type="http://schemas.openxmlformats.org/officeDocument/2006/relationships/image" Target="../media/image1.jpeg"/><Relationship Id="rId10" Type="http://schemas.openxmlformats.org/officeDocument/2006/relationships/image" Target="../media/image1.jpeg"/><Relationship Id="rId11" Type="http://schemas.openxmlformats.org/officeDocument/2006/relationships/image" Target="../media/image1.jpeg"/><Relationship Id="rId12" Type="http://schemas.openxmlformats.org/officeDocument/2006/relationships/image" Target="../media/image1.jpeg"/><Relationship Id="rId13" Type="http://schemas.openxmlformats.org/officeDocument/2006/relationships/image" Target="../media/image1.jpeg"/><Relationship Id="rId14" Type="http://schemas.openxmlformats.org/officeDocument/2006/relationships/image" Target="../media/image1.jpeg"/><Relationship Id="rId15" Type="http://schemas.openxmlformats.org/officeDocument/2006/relationships/image" Target="../media/image1.jpeg"/><Relationship Id="rId16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eg"/><Relationship Id="rId3" Type="http://schemas.openxmlformats.org/officeDocument/2006/relationships/image" Target="../media/image1.jpeg"/><Relationship Id="rId4" Type="http://schemas.openxmlformats.org/officeDocument/2006/relationships/image" Target="../media/image1.jpeg"/><Relationship Id="rId5" Type="http://schemas.openxmlformats.org/officeDocument/2006/relationships/image" Target="../media/image1.jpeg"/><Relationship Id="rId6" Type="http://schemas.openxmlformats.org/officeDocument/2006/relationships/image" Target="../media/image1.jpeg"/><Relationship Id="rId7" Type="http://schemas.openxmlformats.org/officeDocument/2006/relationships/image" Target="../media/image1.jpeg"/><Relationship Id="rId8" Type="http://schemas.openxmlformats.org/officeDocument/2006/relationships/image" Target="../media/image1.jpeg"/><Relationship Id="rId9" Type="http://schemas.openxmlformats.org/officeDocument/2006/relationships/image" Target="../media/image1.jpeg"/><Relationship Id="rId10" Type="http://schemas.openxmlformats.org/officeDocument/2006/relationships/image" Target="../media/image2.png"/><Relationship Id="rId11" Type="http://schemas.openxmlformats.org/officeDocument/2006/relationships/image" Target="../media/image3.sv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jpeg"/><Relationship Id="rId3" Type="http://schemas.openxmlformats.org/officeDocument/2006/relationships/image" Target="../media/image1.jpeg"/><Relationship Id="rId4" Type="http://schemas.openxmlformats.org/officeDocument/2006/relationships/image" Target="../media/image1.jpeg"/><Relationship Id="rId5" Type="http://schemas.openxmlformats.org/officeDocument/2006/relationships/image" Target="../media/image1.jpeg"/><Relationship Id="rId6" Type="http://schemas.openxmlformats.org/officeDocument/2006/relationships/image" Target="../media/image1.jpeg"/><Relationship Id="rId7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jpeg"/><Relationship Id="rId3" Type="http://schemas.openxmlformats.org/officeDocument/2006/relationships/image" Target="../media/image4.jpeg"/><Relationship Id="rId4" Type="http://schemas.openxmlformats.org/officeDocument/2006/relationships/image" Target="../media/image1.jpeg"/><Relationship Id="rId5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Grey-Eleg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"/>
          <p:cNvGrpSpPr/>
          <p:nvPr/>
        </p:nvGrpSpPr>
        <p:grpSpPr>
          <a:xfrm>
            <a:off x="0" y="0"/>
            <a:ext cx="10080000" cy="4114080"/>
            <a:chOff x="0" y="0"/>
            <a:chExt cx="10080000" cy="4114080"/>
          </a:xfrm>
        </p:grpSpPr>
        <p:sp>
          <p:nvSpPr>
            <p:cNvPr id="3" name=""/>
            <p:cNvSpPr/>
            <p:nvPr/>
          </p:nvSpPr>
          <p:spPr>
            <a:xfrm>
              <a:off x="0" y="0"/>
              <a:ext cx="10080000" cy="411408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4" name=""/>
            <p:cNvSpPr/>
            <p:nvPr/>
          </p:nvSpPr>
          <p:spPr>
            <a:xfrm>
              <a:off x="0" y="0"/>
              <a:ext cx="10080000" cy="411408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5" name=""/>
            <p:cNvSpPr/>
            <p:nvPr/>
          </p:nvSpPr>
          <p:spPr>
            <a:xfrm>
              <a:off x="0" y="1280160"/>
              <a:ext cx="1553760" cy="639360"/>
            </a:xfrm>
            <a:prstGeom prst="rect">
              <a:avLst/>
            </a:prstGeom>
            <a:solidFill>
              <a:srgbClr val="343a40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6" name=""/>
            <p:cNvSpPr/>
            <p:nvPr/>
          </p:nvSpPr>
          <p:spPr>
            <a:xfrm>
              <a:off x="914400" y="1920240"/>
              <a:ext cx="1279440" cy="182808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7" name=""/>
            <p:cNvSpPr/>
            <p:nvPr/>
          </p:nvSpPr>
          <p:spPr>
            <a:xfrm>
              <a:off x="2194560" y="548640"/>
              <a:ext cx="1279440" cy="182808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8" name=""/>
            <p:cNvSpPr/>
            <p:nvPr/>
          </p:nvSpPr>
          <p:spPr>
            <a:xfrm>
              <a:off x="3474720" y="1188720"/>
              <a:ext cx="365040" cy="36504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9" name=""/>
            <p:cNvSpPr/>
            <p:nvPr/>
          </p:nvSpPr>
          <p:spPr>
            <a:xfrm>
              <a:off x="4206240" y="0"/>
              <a:ext cx="1462320" cy="913680"/>
            </a:xfrm>
            <a:prstGeom prst="rect">
              <a:avLst/>
            </a:prstGeom>
            <a:solidFill>
              <a:srgbClr val="6c757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0" name=""/>
            <p:cNvSpPr/>
            <p:nvPr/>
          </p:nvSpPr>
          <p:spPr>
            <a:xfrm>
              <a:off x="4663440" y="914400"/>
              <a:ext cx="1005120" cy="45648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1" name=""/>
            <p:cNvSpPr/>
            <p:nvPr/>
          </p:nvSpPr>
          <p:spPr>
            <a:xfrm>
              <a:off x="3474720" y="1737360"/>
              <a:ext cx="3108240" cy="100512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2" name=""/>
            <p:cNvSpPr/>
            <p:nvPr/>
          </p:nvSpPr>
          <p:spPr>
            <a:xfrm>
              <a:off x="4114800" y="2743200"/>
              <a:ext cx="1462320" cy="10051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3" name=""/>
            <p:cNvSpPr/>
            <p:nvPr/>
          </p:nvSpPr>
          <p:spPr>
            <a:xfrm>
              <a:off x="6583680" y="1463040"/>
              <a:ext cx="1553760" cy="456480"/>
            </a:xfrm>
            <a:prstGeom prst="rect">
              <a:avLst/>
            </a:prstGeom>
            <a:solidFill>
              <a:srgbClr val="b2b2b2">
                <a:alpha val="6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4" name=""/>
            <p:cNvSpPr/>
            <p:nvPr/>
          </p:nvSpPr>
          <p:spPr>
            <a:xfrm>
              <a:off x="7315200" y="1920240"/>
              <a:ext cx="1462320" cy="1645200"/>
            </a:xfrm>
            <a:prstGeom prst="rect">
              <a:avLst/>
            </a:prstGeom>
            <a:solidFill>
              <a:srgbClr val="b2b2b2">
                <a:alpha val="3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5" name=""/>
            <p:cNvSpPr/>
            <p:nvPr/>
          </p:nvSpPr>
          <p:spPr>
            <a:xfrm>
              <a:off x="2743200" y="2377440"/>
              <a:ext cx="547920" cy="82224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6" name=""/>
            <p:cNvSpPr/>
            <p:nvPr/>
          </p:nvSpPr>
          <p:spPr>
            <a:xfrm>
              <a:off x="8595360" y="0"/>
              <a:ext cx="1484640" cy="1462320"/>
            </a:xfrm>
            <a:prstGeom prst="rect">
              <a:avLst/>
            </a:prstGeom>
            <a:solidFill>
              <a:srgbClr val="dd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7" name=""/>
            <p:cNvSpPr/>
            <p:nvPr/>
          </p:nvSpPr>
          <p:spPr>
            <a:xfrm>
              <a:off x="6766560" y="0"/>
              <a:ext cx="273600" cy="1005120"/>
            </a:xfrm>
            <a:prstGeom prst="rect">
              <a:avLst/>
            </a:prstGeom>
            <a:solidFill>
              <a:srgbClr val="2f4550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8" name=""/>
            <p:cNvSpPr/>
            <p:nvPr/>
          </p:nvSpPr>
          <p:spPr>
            <a:xfrm>
              <a:off x="1554480" y="0"/>
              <a:ext cx="182160" cy="913680"/>
            </a:xfrm>
            <a:prstGeom prst="rect">
              <a:avLst/>
            </a:prstGeom>
            <a:solidFill>
              <a:srgbClr val="808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9" name=""/>
            <p:cNvSpPr/>
            <p:nvPr/>
          </p:nvSpPr>
          <p:spPr>
            <a:xfrm>
              <a:off x="0" y="3017520"/>
              <a:ext cx="365040" cy="109656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0" name=""/>
            <p:cNvSpPr/>
            <p:nvPr/>
          </p:nvSpPr>
          <p:spPr>
            <a:xfrm>
              <a:off x="9601200" y="2560320"/>
              <a:ext cx="365040" cy="1553760"/>
            </a:xfrm>
            <a:prstGeom prst="rect">
              <a:avLst/>
            </a:prstGeom>
            <a:solidFill>
              <a:srgbClr val="b2b2b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1" name=""/>
            <p:cNvSpPr/>
            <p:nvPr/>
          </p:nvSpPr>
          <p:spPr>
            <a:xfrm>
              <a:off x="8778240" y="1828800"/>
              <a:ext cx="365040" cy="36504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</p:grpSp>
      <p:sp>
        <p:nvSpPr>
          <p:cNvPr id="22" name=""/>
          <p:cNvSpPr/>
          <p:nvPr/>
        </p:nvSpPr>
        <p:spPr>
          <a:xfrm>
            <a:off x="7560000" y="4320000"/>
            <a:ext cx="360" cy="1260000"/>
          </a:xfrm>
          <a:prstGeom prst="line">
            <a:avLst/>
          </a:prstGeom>
          <a:ln w="5472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rIns="117360" tIns="72360" bIns="723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1"/>
          </p:nvPr>
        </p:nvSpPr>
        <p:spPr>
          <a:xfrm>
            <a:off x="7740000" y="4392000"/>
            <a:ext cx="2051280" cy="21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sldNum" idx="2"/>
          </p:nvPr>
        </p:nvSpPr>
        <p:spPr>
          <a:xfrm>
            <a:off x="7740000" y="5166000"/>
            <a:ext cx="2051280" cy="21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DBA707-4271-493E-850B-FEA97C9EA2E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dt" idx="3"/>
          </p:nvPr>
        </p:nvSpPr>
        <p:spPr>
          <a:xfrm>
            <a:off x="7740000" y="4860000"/>
            <a:ext cx="2051280" cy="21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"/>
          <p:cNvGrpSpPr/>
          <p:nvPr/>
        </p:nvGrpSpPr>
        <p:grpSpPr>
          <a:xfrm>
            <a:off x="0" y="0"/>
            <a:ext cx="10080000" cy="4114080"/>
            <a:chOff x="0" y="0"/>
            <a:chExt cx="10080000" cy="4114080"/>
          </a:xfrm>
        </p:grpSpPr>
        <p:sp>
          <p:nvSpPr>
            <p:cNvPr id="29" name=""/>
            <p:cNvSpPr/>
            <p:nvPr/>
          </p:nvSpPr>
          <p:spPr>
            <a:xfrm>
              <a:off x="0" y="0"/>
              <a:ext cx="10080000" cy="411408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30" name=""/>
            <p:cNvSpPr/>
            <p:nvPr/>
          </p:nvSpPr>
          <p:spPr>
            <a:xfrm>
              <a:off x="0" y="0"/>
              <a:ext cx="10080000" cy="411408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31" name=""/>
            <p:cNvSpPr/>
            <p:nvPr/>
          </p:nvSpPr>
          <p:spPr>
            <a:xfrm>
              <a:off x="0" y="1280160"/>
              <a:ext cx="1553760" cy="639360"/>
            </a:xfrm>
            <a:prstGeom prst="rect">
              <a:avLst/>
            </a:prstGeom>
            <a:solidFill>
              <a:srgbClr val="343a40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32" name=""/>
            <p:cNvSpPr/>
            <p:nvPr/>
          </p:nvSpPr>
          <p:spPr>
            <a:xfrm>
              <a:off x="914400" y="1920240"/>
              <a:ext cx="1279440" cy="182808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33" name=""/>
            <p:cNvSpPr/>
            <p:nvPr/>
          </p:nvSpPr>
          <p:spPr>
            <a:xfrm>
              <a:off x="2194560" y="548640"/>
              <a:ext cx="1279440" cy="182808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34" name=""/>
            <p:cNvSpPr/>
            <p:nvPr/>
          </p:nvSpPr>
          <p:spPr>
            <a:xfrm>
              <a:off x="3474720" y="1188720"/>
              <a:ext cx="365040" cy="36504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35" name=""/>
            <p:cNvSpPr/>
            <p:nvPr/>
          </p:nvSpPr>
          <p:spPr>
            <a:xfrm>
              <a:off x="4206240" y="0"/>
              <a:ext cx="1462320" cy="913680"/>
            </a:xfrm>
            <a:prstGeom prst="rect">
              <a:avLst/>
            </a:prstGeom>
            <a:solidFill>
              <a:srgbClr val="6c757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36" name=""/>
            <p:cNvSpPr/>
            <p:nvPr/>
          </p:nvSpPr>
          <p:spPr>
            <a:xfrm>
              <a:off x="4663440" y="914400"/>
              <a:ext cx="1005120" cy="45648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37" name=""/>
            <p:cNvSpPr/>
            <p:nvPr/>
          </p:nvSpPr>
          <p:spPr>
            <a:xfrm>
              <a:off x="3474720" y="1737360"/>
              <a:ext cx="3108240" cy="100512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38" name=""/>
            <p:cNvSpPr/>
            <p:nvPr/>
          </p:nvSpPr>
          <p:spPr>
            <a:xfrm>
              <a:off x="4114800" y="2743200"/>
              <a:ext cx="1462320" cy="10051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39" name=""/>
            <p:cNvSpPr/>
            <p:nvPr/>
          </p:nvSpPr>
          <p:spPr>
            <a:xfrm>
              <a:off x="6583680" y="1463040"/>
              <a:ext cx="1553760" cy="456480"/>
            </a:xfrm>
            <a:prstGeom prst="rect">
              <a:avLst/>
            </a:prstGeom>
            <a:solidFill>
              <a:srgbClr val="b2b2b2">
                <a:alpha val="6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40" name=""/>
            <p:cNvSpPr/>
            <p:nvPr/>
          </p:nvSpPr>
          <p:spPr>
            <a:xfrm>
              <a:off x="7315200" y="1920240"/>
              <a:ext cx="1462320" cy="1645200"/>
            </a:xfrm>
            <a:prstGeom prst="rect">
              <a:avLst/>
            </a:prstGeom>
            <a:solidFill>
              <a:srgbClr val="b2b2b2">
                <a:alpha val="3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41" name=""/>
            <p:cNvSpPr/>
            <p:nvPr/>
          </p:nvSpPr>
          <p:spPr>
            <a:xfrm>
              <a:off x="2743200" y="2377440"/>
              <a:ext cx="547920" cy="82224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42" name=""/>
            <p:cNvSpPr/>
            <p:nvPr/>
          </p:nvSpPr>
          <p:spPr>
            <a:xfrm>
              <a:off x="8595360" y="0"/>
              <a:ext cx="1484640" cy="1462320"/>
            </a:xfrm>
            <a:prstGeom prst="rect">
              <a:avLst/>
            </a:prstGeom>
            <a:solidFill>
              <a:srgbClr val="dd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43" name=""/>
            <p:cNvSpPr/>
            <p:nvPr/>
          </p:nvSpPr>
          <p:spPr>
            <a:xfrm>
              <a:off x="6766560" y="0"/>
              <a:ext cx="273600" cy="1005120"/>
            </a:xfrm>
            <a:prstGeom prst="rect">
              <a:avLst/>
            </a:prstGeom>
            <a:solidFill>
              <a:srgbClr val="2f4550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44" name=""/>
            <p:cNvSpPr/>
            <p:nvPr/>
          </p:nvSpPr>
          <p:spPr>
            <a:xfrm>
              <a:off x="1554480" y="0"/>
              <a:ext cx="182160" cy="913680"/>
            </a:xfrm>
            <a:prstGeom prst="rect">
              <a:avLst/>
            </a:prstGeom>
            <a:solidFill>
              <a:srgbClr val="808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45" name=""/>
            <p:cNvSpPr/>
            <p:nvPr/>
          </p:nvSpPr>
          <p:spPr>
            <a:xfrm>
              <a:off x="0" y="3017520"/>
              <a:ext cx="365040" cy="109656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46" name=""/>
            <p:cNvSpPr/>
            <p:nvPr/>
          </p:nvSpPr>
          <p:spPr>
            <a:xfrm>
              <a:off x="9601200" y="2560320"/>
              <a:ext cx="365040" cy="1553760"/>
            </a:xfrm>
            <a:prstGeom prst="rect">
              <a:avLst/>
            </a:prstGeom>
            <a:solidFill>
              <a:srgbClr val="b2b2b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47" name=""/>
            <p:cNvSpPr/>
            <p:nvPr/>
          </p:nvSpPr>
          <p:spPr>
            <a:xfrm>
              <a:off x="8778240" y="1828800"/>
              <a:ext cx="365040" cy="36504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</p:grpSp>
      <p:sp>
        <p:nvSpPr>
          <p:cNvPr id="48" name=""/>
          <p:cNvSpPr/>
          <p:nvPr/>
        </p:nvSpPr>
        <p:spPr>
          <a:xfrm>
            <a:off x="7560000" y="4320000"/>
            <a:ext cx="360" cy="1260000"/>
          </a:xfrm>
          <a:prstGeom prst="line">
            <a:avLst/>
          </a:prstGeom>
          <a:ln w="5472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rIns="117360" tIns="72360" bIns="723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ftr" idx="4"/>
          </p:nvPr>
        </p:nvSpPr>
        <p:spPr>
          <a:xfrm>
            <a:off x="7740000" y="4392000"/>
            <a:ext cx="2051280" cy="21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5"/>
          </p:nvPr>
        </p:nvSpPr>
        <p:spPr>
          <a:xfrm>
            <a:off x="7740000" y="5166000"/>
            <a:ext cx="2051280" cy="21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6A1B27-4319-4390-AF1B-ECF468337C0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6"/>
          </p:nvPr>
        </p:nvSpPr>
        <p:spPr>
          <a:xfrm>
            <a:off x="7740000" y="4860000"/>
            <a:ext cx="2051280" cy="21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ulle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>
            <a:off x="8266320" y="4115520"/>
            <a:ext cx="1919520" cy="19195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55" name=""/>
          <p:cNvSpPr/>
          <p:nvPr/>
        </p:nvSpPr>
        <p:spPr>
          <a:xfrm>
            <a:off x="7717680" y="-548280"/>
            <a:ext cx="1919520" cy="19195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grpSp>
        <p:nvGrpSpPr>
          <p:cNvPr id="56" name=""/>
          <p:cNvGrpSpPr/>
          <p:nvPr/>
        </p:nvGrpSpPr>
        <p:grpSpPr>
          <a:xfrm>
            <a:off x="-146520" y="69480"/>
            <a:ext cx="914040" cy="914760"/>
            <a:chOff x="-146520" y="69480"/>
            <a:chExt cx="914040" cy="914760"/>
          </a:xfrm>
        </p:grpSpPr>
        <p:sp>
          <p:nvSpPr>
            <p:cNvPr id="57" name=""/>
            <p:cNvSpPr/>
            <p:nvPr/>
          </p:nvSpPr>
          <p:spPr>
            <a:xfrm flipV="1" rot="5395800">
              <a:off x="219240" y="801000"/>
              <a:ext cx="182160" cy="182160"/>
            </a:xfrm>
            <a:prstGeom prst="ellipse">
              <a:avLst/>
            </a:prstGeom>
            <a:blipFill rotWithShape="0">
              <a:blip r:embed="rId2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58" name=""/>
            <p:cNvSpPr/>
            <p:nvPr/>
          </p:nvSpPr>
          <p:spPr>
            <a:xfrm flipV="1" rot="5395800">
              <a:off x="218880" y="435240"/>
              <a:ext cx="182160" cy="182160"/>
            </a:xfrm>
            <a:prstGeom prst="ellipse">
              <a:avLst/>
            </a:prstGeom>
            <a:blipFill rotWithShape="0">
              <a:blip r:embed="rId3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59" name=""/>
            <p:cNvSpPr/>
            <p:nvPr/>
          </p:nvSpPr>
          <p:spPr>
            <a:xfrm flipV="1" rot="5395800">
              <a:off x="218520" y="69840"/>
              <a:ext cx="182160" cy="182160"/>
            </a:xfrm>
            <a:prstGeom prst="ellipse">
              <a:avLst/>
            </a:prstGeom>
            <a:blipFill rotWithShape="0">
              <a:blip r:embed="rId4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60" name=""/>
            <p:cNvSpPr/>
            <p:nvPr/>
          </p:nvSpPr>
          <p:spPr>
            <a:xfrm flipV="1" rot="5395800">
              <a:off x="584280" y="69120"/>
              <a:ext cx="182160" cy="182160"/>
            </a:xfrm>
            <a:prstGeom prst="ellipse">
              <a:avLst/>
            </a:prstGeom>
            <a:blipFill rotWithShape="0">
              <a:blip r:embed="rId5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61" name=""/>
            <p:cNvSpPr/>
            <p:nvPr/>
          </p:nvSpPr>
          <p:spPr>
            <a:xfrm flipV="1" rot="5395800">
              <a:off x="584280" y="434880"/>
              <a:ext cx="182160" cy="182160"/>
            </a:xfrm>
            <a:prstGeom prst="ellipse">
              <a:avLst/>
            </a:prstGeom>
            <a:blipFill rotWithShape="0">
              <a:blip r:embed="rId6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62" name=""/>
            <p:cNvSpPr/>
            <p:nvPr/>
          </p:nvSpPr>
          <p:spPr>
            <a:xfrm flipV="1" rot="5395800">
              <a:off x="585000" y="801000"/>
              <a:ext cx="182160" cy="182160"/>
            </a:xfrm>
            <a:prstGeom prst="ellipse">
              <a:avLst/>
            </a:prstGeom>
            <a:blipFill rotWithShape="0">
              <a:blip r:embed="rId7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63" name=""/>
            <p:cNvSpPr/>
            <p:nvPr/>
          </p:nvSpPr>
          <p:spPr>
            <a:xfrm flipV="1" rot="5395800">
              <a:off x="-145440" y="801360"/>
              <a:ext cx="182160" cy="182160"/>
            </a:xfrm>
            <a:prstGeom prst="ellipse">
              <a:avLst/>
            </a:prstGeom>
            <a:blipFill rotWithShape="0">
              <a:blip r:embed="rId8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64" name=""/>
            <p:cNvSpPr/>
            <p:nvPr/>
          </p:nvSpPr>
          <p:spPr>
            <a:xfrm flipV="1" rot="5395800">
              <a:off x="-146160" y="435960"/>
              <a:ext cx="182160" cy="182160"/>
            </a:xfrm>
            <a:prstGeom prst="ellipse">
              <a:avLst/>
            </a:prstGeom>
            <a:blipFill rotWithShape="0">
              <a:blip r:embed="rId9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65" name=""/>
            <p:cNvSpPr/>
            <p:nvPr/>
          </p:nvSpPr>
          <p:spPr>
            <a:xfrm flipV="1" rot="5395800">
              <a:off x="-146160" y="69840"/>
              <a:ext cx="182160" cy="182160"/>
            </a:xfrm>
            <a:prstGeom prst="ellipse">
              <a:avLst/>
            </a:prstGeom>
            <a:blipFill rotWithShape="0">
              <a:blip r:embed="rId10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</p:grpSp>
      <p:grpSp>
        <p:nvGrpSpPr>
          <p:cNvPr id="66" name=""/>
          <p:cNvGrpSpPr/>
          <p:nvPr/>
        </p:nvGrpSpPr>
        <p:grpSpPr>
          <a:xfrm>
            <a:off x="9545040" y="4646160"/>
            <a:ext cx="549000" cy="914760"/>
            <a:chOff x="9545040" y="4646160"/>
            <a:chExt cx="549000" cy="914760"/>
          </a:xfrm>
        </p:grpSpPr>
        <p:sp>
          <p:nvSpPr>
            <p:cNvPr id="67" name=""/>
            <p:cNvSpPr/>
            <p:nvPr/>
          </p:nvSpPr>
          <p:spPr>
            <a:xfrm flipV="1" rot="5395800">
              <a:off x="9911520" y="5377320"/>
              <a:ext cx="182160" cy="182160"/>
            </a:xfrm>
            <a:prstGeom prst="ellipse">
              <a:avLst/>
            </a:prstGeom>
            <a:blipFill rotWithShape="0">
              <a:blip r:embed="rId11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68" name=""/>
            <p:cNvSpPr/>
            <p:nvPr/>
          </p:nvSpPr>
          <p:spPr>
            <a:xfrm flipV="1" rot="5395800">
              <a:off x="9911160" y="5011920"/>
              <a:ext cx="182160" cy="182160"/>
            </a:xfrm>
            <a:prstGeom prst="ellipse">
              <a:avLst/>
            </a:prstGeom>
            <a:blipFill rotWithShape="0">
              <a:blip r:embed="rId12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69" name=""/>
            <p:cNvSpPr/>
            <p:nvPr/>
          </p:nvSpPr>
          <p:spPr>
            <a:xfrm flipV="1" rot="5395800">
              <a:off x="9910440" y="4645800"/>
              <a:ext cx="182160" cy="182160"/>
            </a:xfrm>
            <a:prstGeom prst="ellipse">
              <a:avLst/>
            </a:prstGeom>
            <a:blipFill rotWithShape="0">
              <a:blip r:embed="rId13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70" name=""/>
            <p:cNvSpPr/>
            <p:nvPr/>
          </p:nvSpPr>
          <p:spPr>
            <a:xfrm flipV="1" rot="5395800">
              <a:off x="9545400" y="5378040"/>
              <a:ext cx="182160" cy="182160"/>
            </a:xfrm>
            <a:prstGeom prst="ellipse">
              <a:avLst/>
            </a:prstGeom>
            <a:blipFill rotWithShape="0">
              <a:blip r:embed="rId14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71" name=""/>
            <p:cNvSpPr/>
            <p:nvPr/>
          </p:nvSpPr>
          <p:spPr>
            <a:xfrm flipV="1" rot="5395800">
              <a:off x="9545400" y="5011920"/>
              <a:ext cx="182160" cy="182160"/>
            </a:xfrm>
            <a:prstGeom prst="ellipse">
              <a:avLst/>
            </a:prstGeom>
            <a:blipFill rotWithShape="0">
              <a:blip r:embed="rId15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72" name=""/>
            <p:cNvSpPr/>
            <p:nvPr/>
          </p:nvSpPr>
          <p:spPr>
            <a:xfrm flipV="1" rot="5395800">
              <a:off x="9545040" y="4646160"/>
              <a:ext cx="182160" cy="182160"/>
            </a:xfrm>
            <a:prstGeom prst="ellipse">
              <a:avLst/>
            </a:prstGeom>
            <a:blipFill rotWithShape="0">
              <a:blip r:embed="rId16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</p:grpSp>
      <p:sp>
        <p:nvSpPr>
          <p:cNvPr id="73" name=""/>
          <p:cNvSpPr/>
          <p:nvPr/>
        </p:nvSpPr>
        <p:spPr>
          <a:xfrm>
            <a:off x="-146160" y="3109320"/>
            <a:ext cx="1919520" cy="19195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32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8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36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2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dt" idx="7"/>
          </p:nvPr>
        </p:nvSpPr>
        <p:spPr>
          <a:xfrm>
            <a:off x="46800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ftr" idx="8"/>
          </p:nvPr>
        </p:nvSpPr>
        <p:spPr>
          <a:xfrm>
            <a:off x="3442680" y="516600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sldNum" idx="9"/>
          </p:nvPr>
        </p:nvSpPr>
        <p:spPr>
          <a:xfrm>
            <a:off x="722736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923520-29D7-47DA-AF4B-AAA174037B5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>
            <a:off x="8266320" y="4115520"/>
            <a:ext cx="1919520" cy="19195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80" name=""/>
          <p:cNvSpPr/>
          <p:nvPr/>
        </p:nvSpPr>
        <p:spPr>
          <a:xfrm>
            <a:off x="7717680" y="-548280"/>
            <a:ext cx="1919520" cy="19195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grpSp>
        <p:nvGrpSpPr>
          <p:cNvPr id="81" name=""/>
          <p:cNvGrpSpPr/>
          <p:nvPr/>
        </p:nvGrpSpPr>
        <p:grpSpPr>
          <a:xfrm>
            <a:off x="-146520" y="69480"/>
            <a:ext cx="914040" cy="914760"/>
            <a:chOff x="-146520" y="69480"/>
            <a:chExt cx="914040" cy="914760"/>
          </a:xfrm>
        </p:grpSpPr>
        <p:sp>
          <p:nvSpPr>
            <p:cNvPr id="82" name=""/>
            <p:cNvSpPr/>
            <p:nvPr/>
          </p:nvSpPr>
          <p:spPr>
            <a:xfrm flipV="1" rot="5395800">
              <a:off x="219240" y="801000"/>
              <a:ext cx="182160" cy="182160"/>
            </a:xfrm>
            <a:prstGeom prst="ellipse">
              <a:avLst/>
            </a:prstGeom>
            <a:blipFill rotWithShape="0">
              <a:blip r:embed="rId2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83" name=""/>
            <p:cNvSpPr/>
            <p:nvPr/>
          </p:nvSpPr>
          <p:spPr>
            <a:xfrm flipV="1" rot="5395800">
              <a:off x="218880" y="435240"/>
              <a:ext cx="182160" cy="182160"/>
            </a:xfrm>
            <a:prstGeom prst="ellipse">
              <a:avLst/>
            </a:prstGeom>
            <a:blipFill rotWithShape="0">
              <a:blip r:embed="rId3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84" name=""/>
            <p:cNvSpPr/>
            <p:nvPr/>
          </p:nvSpPr>
          <p:spPr>
            <a:xfrm flipV="1" rot="5395800">
              <a:off x="218520" y="69840"/>
              <a:ext cx="182160" cy="182160"/>
            </a:xfrm>
            <a:prstGeom prst="ellipse">
              <a:avLst/>
            </a:prstGeom>
            <a:blipFill rotWithShape="0">
              <a:blip r:embed="rId4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85" name=""/>
            <p:cNvSpPr/>
            <p:nvPr/>
          </p:nvSpPr>
          <p:spPr>
            <a:xfrm flipV="1" rot="5395800">
              <a:off x="584280" y="69120"/>
              <a:ext cx="182160" cy="182160"/>
            </a:xfrm>
            <a:prstGeom prst="ellipse">
              <a:avLst/>
            </a:prstGeom>
            <a:blipFill rotWithShape="0">
              <a:blip r:embed="rId5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86" name=""/>
            <p:cNvSpPr/>
            <p:nvPr/>
          </p:nvSpPr>
          <p:spPr>
            <a:xfrm flipV="1" rot="5395800">
              <a:off x="584280" y="434880"/>
              <a:ext cx="182160" cy="182160"/>
            </a:xfrm>
            <a:prstGeom prst="ellipse">
              <a:avLst/>
            </a:prstGeom>
            <a:blipFill rotWithShape="0">
              <a:blip r:embed="rId6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87" name=""/>
            <p:cNvSpPr/>
            <p:nvPr/>
          </p:nvSpPr>
          <p:spPr>
            <a:xfrm flipV="1" rot="5395800">
              <a:off x="585000" y="801000"/>
              <a:ext cx="182160" cy="182160"/>
            </a:xfrm>
            <a:prstGeom prst="ellipse">
              <a:avLst/>
            </a:prstGeom>
            <a:blipFill rotWithShape="0">
              <a:blip r:embed="rId7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88" name=""/>
            <p:cNvSpPr/>
            <p:nvPr/>
          </p:nvSpPr>
          <p:spPr>
            <a:xfrm flipV="1" rot="5395800">
              <a:off x="-145440" y="801360"/>
              <a:ext cx="182160" cy="182160"/>
            </a:xfrm>
            <a:prstGeom prst="ellipse">
              <a:avLst/>
            </a:prstGeom>
            <a:blipFill rotWithShape="0">
              <a:blip r:embed="rId8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89" name=""/>
            <p:cNvSpPr/>
            <p:nvPr/>
          </p:nvSpPr>
          <p:spPr>
            <a:xfrm flipV="1" rot="5395800">
              <a:off x="-146160" y="435960"/>
              <a:ext cx="182160" cy="182160"/>
            </a:xfrm>
            <a:prstGeom prst="ellipse">
              <a:avLst/>
            </a:prstGeom>
            <a:blipFill rotWithShape="0">
              <a:blip r:embed="rId9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90" name=""/>
            <p:cNvSpPr/>
            <p:nvPr/>
          </p:nvSpPr>
          <p:spPr>
            <a:xfrm flipV="1" rot="5395800">
              <a:off x="-146160" y="69840"/>
              <a:ext cx="182160" cy="182160"/>
            </a:xfrm>
            <a:prstGeom prst="ellipse">
              <a:avLst/>
            </a:prstGeom>
            <a:blipFill rotWithShape="0">
              <a:blip r:embed="rId10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</p:grpSp>
      <p:grpSp>
        <p:nvGrpSpPr>
          <p:cNvPr id="91" name=""/>
          <p:cNvGrpSpPr/>
          <p:nvPr/>
        </p:nvGrpSpPr>
        <p:grpSpPr>
          <a:xfrm>
            <a:off x="9545040" y="4646160"/>
            <a:ext cx="549000" cy="914760"/>
            <a:chOff x="9545040" y="4646160"/>
            <a:chExt cx="549000" cy="914760"/>
          </a:xfrm>
        </p:grpSpPr>
        <p:sp>
          <p:nvSpPr>
            <p:cNvPr id="92" name=""/>
            <p:cNvSpPr/>
            <p:nvPr/>
          </p:nvSpPr>
          <p:spPr>
            <a:xfrm flipV="1" rot="5395800">
              <a:off x="9911520" y="5377320"/>
              <a:ext cx="182160" cy="182160"/>
            </a:xfrm>
            <a:prstGeom prst="ellipse">
              <a:avLst/>
            </a:prstGeom>
            <a:blipFill rotWithShape="0">
              <a:blip r:embed="rId11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93" name=""/>
            <p:cNvSpPr/>
            <p:nvPr/>
          </p:nvSpPr>
          <p:spPr>
            <a:xfrm flipV="1" rot="5395800">
              <a:off x="9911160" y="5011920"/>
              <a:ext cx="182160" cy="182160"/>
            </a:xfrm>
            <a:prstGeom prst="ellipse">
              <a:avLst/>
            </a:prstGeom>
            <a:blipFill rotWithShape="0">
              <a:blip r:embed="rId12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94" name=""/>
            <p:cNvSpPr/>
            <p:nvPr/>
          </p:nvSpPr>
          <p:spPr>
            <a:xfrm flipV="1" rot="5395800">
              <a:off x="9910440" y="4645800"/>
              <a:ext cx="182160" cy="182160"/>
            </a:xfrm>
            <a:prstGeom prst="ellipse">
              <a:avLst/>
            </a:prstGeom>
            <a:blipFill rotWithShape="0">
              <a:blip r:embed="rId13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95" name=""/>
            <p:cNvSpPr/>
            <p:nvPr/>
          </p:nvSpPr>
          <p:spPr>
            <a:xfrm flipV="1" rot="5395800">
              <a:off x="9545400" y="5378040"/>
              <a:ext cx="182160" cy="182160"/>
            </a:xfrm>
            <a:prstGeom prst="ellipse">
              <a:avLst/>
            </a:prstGeom>
            <a:blipFill rotWithShape="0">
              <a:blip r:embed="rId14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96" name=""/>
            <p:cNvSpPr/>
            <p:nvPr/>
          </p:nvSpPr>
          <p:spPr>
            <a:xfrm flipV="1" rot="5395800">
              <a:off x="9545400" y="5011920"/>
              <a:ext cx="182160" cy="182160"/>
            </a:xfrm>
            <a:prstGeom prst="ellipse">
              <a:avLst/>
            </a:prstGeom>
            <a:blipFill rotWithShape="0">
              <a:blip r:embed="rId15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97" name=""/>
            <p:cNvSpPr/>
            <p:nvPr/>
          </p:nvSpPr>
          <p:spPr>
            <a:xfrm flipV="1" rot="5395800">
              <a:off x="9545040" y="4646160"/>
              <a:ext cx="182160" cy="182160"/>
            </a:xfrm>
            <a:prstGeom prst="ellipse">
              <a:avLst/>
            </a:prstGeom>
            <a:blipFill rotWithShape="0">
              <a:blip r:embed="rId16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</p:grpSp>
      <p:sp>
        <p:nvSpPr>
          <p:cNvPr id="98" name=""/>
          <p:cNvSpPr/>
          <p:nvPr/>
        </p:nvSpPr>
        <p:spPr>
          <a:xfrm>
            <a:off x="-146160" y="3109320"/>
            <a:ext cx="1919520" cy="19195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32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8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36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52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dt" idx="10"/>
          </p:nvPr>
        </p:nvSpPr>
        <p:spPr>
          <a:xfrm>
            <a:off x="46800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ftr" idx="11"/>
          </p:nvPr>
        </p:nvSpPr>
        <p:spPr>
          <a:xfrm>
            <a:off x="3442680" y="516600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sldNum" idx="12"/>
          </p:nvPr>
        </p:nvSpPr>
        <p:spPr>
          <a:xfrm>
            <a:off x="722736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EEDD9C-AFA3-4E9F-885F-5094176F66C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able of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"/>
          <p:cNvGrpSpPr/>
          <p:nvPr/>
        </p:nvGrpSpPr>
        <p:grpSpPr>
          <a:xfrm>
            <a:off x="8540280" y="5065200"/>
            <a:ext cx="1279440" cy="547920"/>
            <a:chOff x="8540280" y="5065200"/>
            <a:chExt cx="1279440" cy="547920"/>
          </a:xfrm>
        </p:grpSpPr>
        <p:sp>
          <p:nvSpPr>
            <p:cNvPr id="105" name=""/>
            <p:cNvSpPr/>
            <p:nvPr/>
          </p:nvSpPr>
          <p:spPr>
            <a:xfrm flipV="1" rot="21598800">
              <a:off x="9637560" y="5430960"/>
              <a:ext cx="182160" cy="182160"/>
            </a:xfrm>
            <a:prstGeom prst="ellipse">
              <a:avLst/>
            </a:prstGeom>
            <a:blipFill rotWithShape="0">
              <a:blip r:embed="rId2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06" name=""/>
            <p:cNvSpPr/>
            <p:nvPr/>
          </p:nvSpPr>
          <p:spPr>
            <a:xfrm flipV="1" rot="21598800">
              <a:off x="9271800" y="5430960"/>
              <a:ext cx="182160" cy="182160"/>
            </a:xfrm>
            <a:prstGeom prst="ellipse">
              <a:avLst/>
            </a:prstGeom>
            <a:blipFill rotWithShape="0">
              <a:blip r:embed="rId3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07" name=""/>
            <p:cNvSpPr/>
            <p:nvPr/>
          </p:nvSpPr>
          <p:spPr>
            <a:xfrm flipV="1" rot="21598800">
              <a:off x="8906400" y="5430960"/>
              <a:ext cx="182160" cy="182160"/>
            </a:xfrm>
            <a:prstGeom prst="ellipse">
              <a:avLst/>
            </a:prstGeom>
            <a:blipFill rotWithShape="0">
              <a:blip r:embed="rId4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08" name=""/>
            <p:cNvSpPr/>
            <p:nvPr/>
          </p:nvSpPr>
          <p:spPr>
            <a:xfrm flipV="1" rot="21598800">
              <a:off x="8540280" y="5430960"/>
              <a:ext cx="182160" cy="182160"/>
            </a:xfrm>
            <a:prstGeom prst="ellipse">
              <a:avLst/>
            </a:prstGeom>
            <a:blipFill rotWithShape="0">
              <a:blip r:embed="rId5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09" name=""/>
            <p:cNvSpPr/>
            <p:nvPr/>
          </p:nvSpPr>
          <p:spPr>
            <a:xfrm flipV="1" rot="21598800">
              <a:off x="8540280" y="5065200"/>
              <a:ext cx="182160" cy="182160"/>
            </a:xfrm>
            <a:prstGeom prst="ellipse">
              <a:avLst/>
            </a:prstGeom>
            <a:blipFill rotWithShape="0">
              <a:blip r:embed="rId6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10" name=""/>
            <p:cNvSpPr/>
            <p:nvPr/>
          </p:nvSpPr>
          <p:spPr>
            <a:xfrm flipV="1" rot="21598800">
              <a:off x="8906400" y="5065200"/>
              <a:ext cx="182160" cy="182160"/>
            </a:xfrm>
            <a:prstGeom prst="ellipse">
              <a:avLst/>
            </a:prstGeom>
            <a:blipFill rotWithShape="0">
              <a:blip r:embed="rId7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11" name=""/>
            <p:cNvSpPr/>
            <p:nvPr/>
          </p:nvSpPr>
          <p:spPr>
            <a:xfrm flipV="1" rot="21598800">
              <a:off x="9271800" y="5065560"/>
              <a:ext cx="182160" cy="182160"/>
            </a:xfrm>
            <a:prstGeom prst="ellipse">
              <a:avLst/>
            </a:prstGeom>
            <a:blipFill rotWithShape="0">
              <a:blip r:embed="rId8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12" name=""/>
            <p:cNvSpPr/>
            <p:nvPr/>
          </p:nvSpPr>
          <p:spPr>
            <a:xfrm flipV="1" rot="21598800">
              <a:off x="9637560" y="5065200"/>
              <a:ext cx="182160" cy="182160"/>
            </a:xfrm>
            <a:prstGeom prst="ellipse">
              <a:avLst/>
            </a:prstGeom>
            <a:blipFill rotWithShape="0">
              <a:blip r:embed="rId9"/>
              <a:srcRect/>
              <a:tile tx="0" ty="0" sx="74113" sy="74113" algn="ctr"/>
            </a:blipFill>
            <a:ln w="0">
              <a:noFill/>
            </a:ln>
            <a:effectLst>
              <a:outerShdw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</p:grpSp>
      <p:sp>
        <p:nvSpPr>
          <p:cNvPr id="113" name=""/>
          <p:cNvSpPr/>
          <p:nvPr/>
        </p:nvSpPr>
        <p:spPr>
          <a:xfrm>
            <a:off x="1499760" y="1774080"/>
            <a:ext cx="2925360" cy="292536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14" name=""/>
          <p:cNvSpPr/>
          <p:nvPr/>
        </p:nvSpPr>
        <p:spPr>
          <a:xfrm>
            <a:off x="1225080" y="1134360"/>
            <a:ext cx="1188360" cy="118764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15" name=""/>
          <p:cNvSpPr/>
          <p:nvPr/>
        </p:nvSpPr>
        <p:spPr>
          <a:xfrm>
            <a:off x="3420000" y="4242960"/>
            <a:ext cx="639360" cy="63936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pic>
        <p:nvPicPr>
          <p:cNvPr id="116" name="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4349520" y="792360"/>
            <a:ext cx="5525280" cy="414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61624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dt" idx="13"/>
          </p:nvPr>
        </p:nvSpPr>
        <p:spPr>
          <a:xfrm>
            <a:off x="46800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ftr" idx="14"/>
          </p:nvPr>
        </p:nvSpPr>
        <p:spPr>
          <a:xfrm>
            <a:off x="3442680" y="516600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sldNum" idx="15"/>
          </p:nvPr>
        </p:nvSpPr>
        <p:spPr>
          <a:xfrm>
            <a:off x="722736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58C407-511F-4397-B229-E00801A9604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"/>
          <p:cNvSpPr/>
          <p:nvPr/>
        </p:nvSpPr>
        <p:spPr>
          <a:xfrm rot="18876000">
            <a:off x="8645760" y="-405000"/>
            <a:ext cx="2894760" cy="2894760"/>
          </a:xfrm>
          <a:prstGeom prst="rect">
            <a:avLst/>
          </a:prstGeom>
          <a:solidFill>
            <a:srgbClr val="ced4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23" name=""/>
          <p:cNvSpPr/>
          <p:nvPr/>
        </p:nvSpPr>
        <p:spPr>
          <a:xfrm rot="18876000">
            <a:off x="8665920" y="3983040"/>
            <a:ext cx="2894760" cy="2894760"/>
          </a:xfrm>
          <a:prstGeom prst="rect">
            <a:avLst/>
          </a:prstGeom>
          <a:solidFill>
            <a:srgbClr val="ced4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24" name=""/>
          <p:cNvSpPr/>
          <p:nvPr/>
        </p:nvSpPr>
        <p:spPr>
          <a:xfrm rot="18964800">
            <a:off x="993600" y="5915880"/>
            <a:ext cx="2588040" cy="73080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25" name=""/>
          <p:cNvSpPr/>
          <p:nvPr/>
        </p:nvSpPr>
        <p:spPr>
          <a:xfrm rot="18964800">
            <a:off x="-1296720" y="5513760"/>
            <a:ext cx="2588040" cy="73080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26" name=""/>
          <p:cNvSpPr/>
          <p:nvPr/>
        </p:nvSpPr>
        <p:spPr>
          <a:xfrm rot="18964800">
            <a:off x="3681720" y="339480"/>
            <a:ext cx="3457080" cy="92160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27" name=""/>
          <p:cNvSpPr/>
          <p:nvPr/>
        </p:nvSpPr>
        <p:spPr>
          <a:xfrm rot="18964800">
            <a:off x="1445400" y="-757800"/>
            <a:ext cx="2588040" cy="73080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28" name=""/>
          <p:cNvSpPr/>
          <p:nvPr/>
        </p:nvSpPr>
        <p:spPr>
          <a:xfrm rot="18964800">
            <a:off x="-726840" y="3295080"/>
            <a:ext cx="2588040" cy="51228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Outline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h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h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x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h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h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dt" idx="16"/>
          </p:nvPr>
        </p:nvSpPr>
        <p:spPr>
          <a:xfrm>
            <a:off x="46800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ftr" idx="17"/>
          </p:nvPr>
        </p:nvSpPr>
        <p:spPr>
          <a:xfrm>
            <a:off x="3442680" y="516600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sldNum" idx="18"/>
          </p:nvPr>
        </p:nvSpPr>
        <p:spPr>
          <a:xfrm>
            <a:off x="722736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192D76-A051-4466-A0C4-902F2F3B07B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"/>
          <p:cNvGrpSpPr/>
          <p:nvPr/>
        </p:nvGrpSpPr>
        <p:grpSpPr>
          <a:xfrm>
            <a:off x="7406640" y="3566160"/>
            <a:ext cx="2376720" cy="4296960"/>
            <a:chOff x="7406640" y="3566160"/>
            <a:chExt cx="2376720" cy="4296960"/>
          </a:xfrm>
        </p:grpSpPr>
        <p:sp>
          <p:nvSpPr>
            <p:cNvPr id="135" name=""/>
            <p:cNvSpPr/>
            <p:nvPr/>
          </p:nvSpPr>
          <p:spPr>
            <a:xfrm>
              <a:off x="8138160" y="4754880"/>
              <a:ext cx="456480" cy="2559600"/>
            </a:xfrm>
            <a:prstGeom prst="rect">
              <a:avLst/>
            </a:prstGeom>
            <a:blipFill rotWithShape="0">
              <a:blip r:embed="rId2"/>
              <a:srcRect/>
              <a:tile tx="0" ty="0" sx="74113" sy="74113" algn="ctr"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36" name=""/>
            <p:cNvSpPr/>
            <p:nvPr/>
          </p:nvSpPr>
          <p:spPr>
            <a:xfrm>
              <a:off x="8961120" y="3566160"/>
              <a:ext cx="456480" cy="2559600"/>
            </a:xfrm>
            <a:prstGeom prst="rect">
              <a:avLst/>
            </a:prstGeom>
            <a:blipFill rotWithShape="0">
              <a:blip r:embed="rId3"/>
              <a:srcRect/>
              <a:tile tx="0" ty="0" sx="74113" sy="74113" algn="ctr"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37" name=""/>
            <p:cNvSpPr/>
            <p:nvPr/>
          </p:nvSpPr>
          <p:spPr>
            <a:xfrm>
              <a:off x="7406640" y="5303520"/>
              <a:ext cx="456480" cy="2559600"/>
            </a:xfrm>
            <a:prstGeom prst="rect">
              <a:avLst/>
            </a:prstGeom>
            <a:blipFill rotWithShape="0">
              <a:blip r:embed="rId4"/>
              <a:srcRect/>
              <a:tile tx="0" ty="0" sx="74113" sy="74113" algn="ctr"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38" name=""/>
            <p:cNvSpPr/>
            <p:nvPr/>
          </p:nvSpPr>
          <p:spPr>
            <a:xfrm>
              <a:off x="8503920" y="5120640"/>
              <a:ext cx="1279440" cy="9072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39" name=""/>
            <p:cNvSpPr/>
            <p:nvPr/>
          </p:nvSpPr>
          <p:spPr>
            <a:xfrm>
              <a:off x="8321040" y="5303520"/>
              <a:ext cx="913680" cy="9072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40" name=""/>
            <p:cNvSpPr/>
            <p:nvPr/>
          </p:nvSpPr>
          <p:spPr>
            <a:xfrm>
              <a:off x="8869680" y="5486400"/>
              <a:ext cx="913680" cy="9072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</p:grpSp>
      <p:grpSp>
        <p:nvGrpSpPr>
          <p:cNvPr id="141" name=""/>
          <p:cNvGrpSpPr/>
          <p:nvPr/>
        </p:nvGrpSpPr>
        <p:grpSpPr>
          <a:xfrm>
            <a:off x="274320" y="-2103120"/>
            <a:ext cx="5942880" cy="7405920"/>
            <a:chOff x="274320" y="-2103120"/>
            <a:chExt cx="5942880" cy="7405920"/>
          </a:xfrm>
        </p:grpSpPr>
        <p:sp>
          <p:nvSpPr>
            <p:cNvPr id="142" name=""/>
            <p:cNvSpPr/>
            <p:nvPr/>
          </p:nvSpPr>
          <p:spPr>
            <a:xfrm>
              <a:off x="1463040" y="-1554480"/>
              <a:ext cx="456480" cy="2559600"/>
            </a:xfrm>
            <a:prstGeom prst="rect">
              <a:avLst/>
            </a:prstGeom>
            <a:blipFill rotWithShape="0">
              <a:blip r:embed="rId5"/>
              <a:srcRect/>
              <a:tile tx="0" ty="0" sx="74113" sy="74113" algn="ctr"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43" name=""/>
            <p:cNvSpPr/>
            <p:nvPr/>
          </p:nvSpPr>
          <p:spPr>
            <a:xfrm>
              <a:off x="640080" y="-365760"/>
              <a:ext cx="456480" cy="2559600"/>
            </a:xfrm>
            <a:prstGeom prst="rect">
              <a:avLst/>
            </a:prstGeom>
            <a:blipFill rotWithShape="0">
              <a:blip r:embed="rId6"/>
              <a:srcRect/>
              <a:tile tx="0" ty="0" sx="74113" sy="74113" algn="ctr"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44" name=""/>
            <p:cNvSpPr/>
            <p:nvPr/>
          </p:nvSpPr>
          <p:spPr>
            <a:xfrm>
              <a:off x="2194560" y="-2103120"/>
              <a:ext cx="456480" cy="2559600"/>
            </a:xfrm>
            <a:prstGeom prst="rect">
              <a:avLst/>
            </a:prstGeom>
            <a:blipFill rotWithShape="0">
              <a:blip r:embed="rId7"/>
              <a:srcRect/>
              <a:tile tx="0" ty="0" sx="74113" sy="74113" algn="ctr"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45" name=""/>
            <p:cNvSpPr/>
            <p:nvPr/>
          </p:nvSpPr>
          <p:spPr>
            <a:xfrm>
              <a:off x="274320" y="182880"/>
              <a:ext cx="913680" cy="9072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46" name=""/>
            <p:cNvSpPr/>
            <p:nvPr/>
          </p:nvSpPr>
          <p:spPr>
            <a:xfrm>
              <a:off x="822960" y="365760"/>
              <a:ext cx="913680" cy="9072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47" name=""/>
            <p:cNvSpPr/>
            <p:nvPr/>
          </p:nvSpPr>
          <p:spPr>
            <a:xfrm>
              <a:off x="274320" y="548640"/>
              <a:ext cx="1279440" cy="9072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48" name=""/>
            <p:cNvSpPr/>
            <p:nvPr/>
          </p:nvSpPr>
          <p:spPr>
            <a:xfrm>
              <a:off x="3474720" y="2560320"/>
              <a:ext cx="2742480" cy="2742480"/>
            </a:xfrm>
            <a:prstGeom prst="ellipse">
              <a:avLst/>
            </a:prstGeom>
            <a:solidFill>
              <a:srgbClr val="8d99ae">
                <a:alpha val="1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49" name=""/>
            <p:cNvSpPr/>
            <p:nvPr/>
          </p:nvSpPr>
          <p:spPr>
            <a:xfrm>
              <a:off x="914400" y="2835000"/>
              <a:ext cx="90720" cy="164520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</p:grpSp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1260000" y="46800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85000" lnSpcReduction="9999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</a:t>
            </a: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to </a:t>
            </a: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edit </a:t>
            </a: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the </a:t>
            </a: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title </a:t>
            </a: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text </a:t>
            </a: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form</a:t>
            </a: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1260000" y="1800000"/>
            <a:ext cx="82792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dt" idx="19"/>
          </p:nvPr>
        </p:nvSpPr>
        <p:spPr>
          <a:xfrm>
            <a:off x="46800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 type="ftr" idx="20"/>
          </p:nvPr>
        </p:nvSpPr>
        <p:spPr>
          <a:xfrm>
            <a:off x="3442680" y="516600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PlaceHolder 5"/>
          <p:cNvSpPr>
            <a:spLocks noGrp="1"/>
          </p:cNvSpPr>
          <p:nvPr>
            <p:ph type="sldNum" idx="21"/>
          </p:nvPr>
        </p:nvSpPr>
        <p:spPr>
          <a:xfrm>
            <a:off x="722736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436136-F668-4CE4-9F4A-CFE74D13C8F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ulle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>
            <a:off x="822960" y="2468880"/>
            <a:ext cx="1462320" cy="146232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r="2700000" dist="102841" rotWithShape="0">
              <a:srgbClr val="80808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56" name=""/>
          <p:cNvSpPr/>
          <p:nvPr/>
        </p:nvSpPr>
        <p:spPr>
          <a:xfrm>
            <a:off x="4480560" y="1554480"/>
            <a:ext cx="1462320" cy="146232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r="2700000" dist="102841" rotWithShape="0">
              <a:srgbClr val="80808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57" name=""/>
          <p:cNvSpPr/>
          <p:nvPr/>
        </p:nvSpPr>
        <p:spPr>
          <a:xfrm>
            <a:off x="6583680" y="3108960"/>
            <a:ext cx="1462320" cy="146232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dir="2700000" dist="102841" rotWithShape="0">
              <a:srgbClr val="80808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58" name=""/>
          <p:cNvSpPr/>
          <p:nvPr/>
        </p:nvSpPr>
        <p:spPr>
          <a:xfrm>
            <a:off x="1554480" y="4114800"/>
            <a:ext cx="913680" cy="656640"/>
          </a:xfrm>
          <a:custGeom>
            <a:avLst/>
            <a:gdLst>
              <a:gd name="textAreaLeft" fmla="*/ 0 w 913680"/>
              <a:gd name="textAreaRight" fmla="*/ 914400 w 913680"/>
              <a:gd name="textAreaTop" fmla="*/ 0 h 656640"/>
              <a:gd name="textAreaBottom" fmla="*/ 657360 h 656640"/>
            </a:gdLst>
            <a:ahLst/>
            <a:cxnLst/>
            <a:rect l="textAreaLeft" t="textAreaTop" r="textAreaRight" b="textAreaBottom"/>
            <a:pathLst>
              <a:path fill="none" w="2540" h="1826">
                <a:moveTo>
                  <a:pt x="0" y="0"/>
                </a:moveTo>
                <a:cubicBezTo>
                  <a:pt x="508" y="2286"/>
                  <a:pt x="2540" y="1778"/>
                  <a:pt x="2540" y="1778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59" name=""/>
          <p:cNvSpPr/>
          <p:nvPr/>
        </p:nvSpPr>
        <p:spPr>
          <a:xfrm>
            <a:off x="3657600" y="1188720"/>
            <a:ext cx="822240" cy="639360"/>
          </a:xfrm>
          <a:custGeom>
            <a:avLst/>
            <a:gdLst>
              <a:gd name="textAreaLeft" fmla="*/ 0 w 822240"/>
              <a:gd name="textAreaRight" fmla="*/ 822960 w 822240"/>
              <a:gd name="textAreaTop" fmla="*/ 0 h 639360"/>
              <a:gd name="textAreaBottom" fmla="*/ 640080 h 639360"/>
            </a:gdLst>
            <a:ahLst/>
            <a:cxnLst/>
            <a:rect l="textAreaLeft" t="textAreaTop" r="textAreaRight" b="textAreaBottom"/>
            <a:pathLst>
              <a:path fill="none" w="2286" h="1778">
                <a:moveTo>
                  <a:pt x="2286" y="1778"/>
                </a:moveTo>
                <a:cubicBezTo>
                  <a:pt x="1016" y="1778"/>
                  <a:pt x="2033" y="0"/>
                  <a:pt x="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60" name=""/>
          <p:cNvSpPr/>
          <p:nvPr/>
        </p:nvSpPr>
        <p:spPr>
          <a:xfrm>
            <a:off x="7955280" y="2011680"/>
            <a:ext cx="1463400" cy="1188000"/>
          </a:xfrm>
          <a:custGeom>
            <a:avLst/>
            <a:gdLst>
              <a:gd name="textAreaLeft" fmla="*/ 0 w 1463400"/>
              <a:gd name="textAreaRight" fmla="*/ 1464120 w 1463400"/>
              <a:gd name="textAreaTop" fmla="*/ 0 h 1188000"/>
              <a:gd name="textAreaBottom" fmla="*/ 1188720 h 1188000"/>
            </a:gdLst>
            <a:ahLst/>
            <a:cxnLst/>
            <a:rect l="textAreaLeft" t="textAreaTop" r="textAreaRight" b="textAreaBottom"/>
            <a:pathLst>
              <a:path fill="none" w="4067" h="3302">
                <a:moveTo>
                  <a:pt x="3302" y="0"/>
                </a:moveTo>
                <a:cubicBezTo>
                  <a:pt x="4826" y="1016"/>
                  <a:pt x="3810" y="2286"/>
                  <a:pt x="2540" y="2286"/>
                </a:cubicBezTo>
                <a:cubicBezTo>
                  <a:pt x="1269" y="2286"/>
                  <a:pt x="253" y="2540"/>
                  <a:pt x="0" y="3302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61" name=""/>
          <p:cNvSpPr/>
          <p:nvPr/>
        </p:nvSpPr>
        <p:spPr>
          <a:xfrm>
            <a:off x="2468880" y="822960"/>
            <a:ext cx="1409760" cy="13708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62" name=""/>
          <p:cNvSpPr/>
          <p:nvPr/>
        </p:nvSpPr>
        <p:spPr>
          <a:xfrm>
            <a:off x="3931920" y="4663440"/>
            <a:ext cx="1684080" cy="16452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63" name=""/>
          <p:cNvSpPr/>
          <p:nvPr/>
        </p:nvSpPr>
        <p:spPr>
          <a:xfrm>
            <a:off x="8412480" y="1280160"/>
            <a:ext cx="1096560" cy="10051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22"/>
          </p:nvPr>
        </p:nvSpPr>
        <p:spPr>
          <a:xfrm>
            <a:off x="46800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ftr" idx="23"/>
          </p:nvPr>
        </p:nvSpPr>
        <p:spPr>
          <a:xfrm>
            <a:off x="3442680" y="516600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sldNum" idx="24"/>
          </p:nvPr>
        </p:nvSpPr>
        <p:spPr>
          <a:xfrm>
            <a:off x="722736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734195-9441-4678-9D94-3532F610186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"/>
          <p:cNvSpPr/>
          <p:nvPr/>
        </p:nvSpPr>
        <p:spPr>
          <a:xfrm>
            <a:off x="2103480" y="3658320"/>
            <a:ext cx="1645200" cy="16452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70" name=""/>
          <p:cNvSpPr/>
          <p:nvPr/>
        </p:nvSpPr>
        <p:spPr>
          <a:xfrm>
            <a:off x="823320" y="-273240"/>
            <a:ext cx="2193840" cy="21938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71" name=""/>
          <p:cNvSpPr/>
          <p:nvPr/>
        </p:nvSpPr>
        <p:spPr>
          <a:xfrm>
            <a:off x="7955640" y="3109680"/>
            <a:ext cx="2193840" cy="21938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72" name=""/>
          <p:cNvSpPr/>
          <p:nvPr/>
        </p:nvSpPr>
        <p:spPr>
          <a:xfrm>
            <a:off x="9601560" y="915120"/>
            <a:ext cx="1645200" cy="16452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grpSp>
        <p:nvGrpSpPr>
          <p:cNvPr id="173" name=""/>
          <p:cNvGrpSpPr/>
          <p:nvPr/>
        </p:nvGrpSpPr>
        <p:grpSpPr>
          <a:xfrm>
            <a:off x="3836880" y="1150560"/>
            <a:ext cx="2338920" cy="4333680"/>
            <a:chOff x="3836880" y="1150560"/>
            <a:chExt cx="2338920" cy="4333680"/>
          </a:xfrm>
        </p:grpSpPr>
        <p:sp>
          <p:nvSpPr>
            <p:cNvPr id="174" name=""/>
            <p:cNvSpPr/>
            <p:nvPr/>
          </p:nvSpPr>
          <p:spPr>
            <a:xfrm flipH="1" flipV="1" rot="5400000">
              <a:off x="3882600" y="1367280"/>
              <a:ext cx="1370880" cy="1462320"/>
            </a:xfrm>
            <a:prstGeom prst="parallelogram">
              <a:avLst>
                <a:gd name="adj" fmla="val 50564"/>
              </a:avLst>
            </a:prstGeom>
            <a:solidFill>
              <a:srgbClr val="6c757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75" name=""/>
            <p:cNvSpPr/>
            <p:nvPr/>
          </p:nvSpPr>
          <p:spPr>
            <a:xfrm flipH="1" flipV="1" rot="5400000">
              <a:off x="4759200" y="1104840"/>
              <a:ext cx="1370880" cy="1462320"/>
            </a:xfrm>
            <a:prstGeom prst="parallelogram">
              <a:avLst>
                <a:gd name="adj" fmla="val 50564"/>
              </a:avLst>
            </a:prstGeom>
            <a:solidFill>
              <a:srgbClr val="343a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76" name=""/>
            <p:cNvSpPr/>
            <p:nvPr/>
          </p:nvSpPr>
          <p:spPr>
            <a:xfrm flipH="1" flipV="1" rot="5400000">
              <a:off x="3882600" y="2718000"/>
              <a:ext cx="1370880" cy="1462320"/>
            </a:xfrm>
            <a:prstGeom prst="parallelogram">
              <a:avLst>
                <a:gd name="adj" fmla="val 50564"/>
              </a:avLst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77" name=""/>
            <p:cNvSpPr/>
            <p:nvPr/>
          </p:nvSpPr>
          <p:spPr>
            <a:xfrm flipH="1" flipV="1" rot="5400000">
              <a:off x="4759200" y="2455920"/>
              <a:ext cx="1370880" cy="1462320"/>
            </a:xfrm>
            <a:prstGeom prst="parallelogram">
              <a:avLst>
                <a:gd name="adj" fmla="val 50564"/>
              </a:avLst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78" name=""/>
            <p:cNvSpPr/>
            <p:nvPr/>
          </p:nvSpPr>
          <p:spPr>
            <a:xfrm flipH="1" flipV="1" rot="5400000">
              <a:off x="3882600" y="4067640"/>
              <a:ext cx="1370880" cy="1462320"/>
            </a:xfrm>
            <a:prstGeom prst="parallelogram">
              <a:avLst>
                <a:gd name="adj" fmla="val 50564"/>
              </a:avLst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79" name=""/>
            <p:cNvSpPr/>
            <p:nvPr/>
          </p:nvSpPr>
          <p:spPr>
            <a:xfrm flipH="1" flipV="1" rot="5400000">
              <a:off x="4759200" y="3806280"/>
              <a:ext cx="1370880" cy="1462320"/>
            </a:xfrm>
            <a:prstGeom prst="parallelogram">
              <a:avLst>
                <a:gd name="adj" fmla="val 50564"/>
              </a:avLst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</p:grp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</a:t>
            </a: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to edit </a:t>
            </a: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the </a:t>
            </a: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title </a:t>
            </a: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text </a:t>
            </a: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forma</a:t>
            </a: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dt" idx="25"/>
          </p:nvPr>
        </p:nvSpPr>
        <p:spPr>
          <a:xfrm>
            <a:off x="46800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PlaceHolder 4"/>
          <p:cNvSpPr>
            <a:spLocks noGrp="1"/>
          </p:cNvSpPr>
          <p:nvPr>
            <p:ph type="ftr" idx="26"/>
          </p:nvPr>
        </p:nvSpPr>
        <p:spPr>
          <a:xfrm>
            <a:off x="3442680" y="516600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PlaceHolder 5"/>
          <p:cNvSpPr>
            <a:spLocks noGrp="1"/>
          </p:cNvSpPr>
          <p:nvPr>
            <p:ph type="sldNum" idx="27"/>
          </p:nvPr>
        </p:nvSpPr>
        <p:spPr>
          <a:xfrm>
            <a:off x="722736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A01A72-AFAF-475B-8DF6-A5F36251C97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"/>
          <p:cNvSpPr/>
          <p:nvPr/>
        </p:nvSpPr>
        <p:spPr>
          <a:xfrm>
            <a:off x="2103480" y="3658320"/>
            <a:ext cx="1645200" cy="16452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86" name=""/>
          <p:cNvSpPr/>
          <p:nvPr/>
        </p:nvSpPr>
        <p:spPr>
          <a:xfrm>
            <a:off x="823320" y="-273240"/>
            <a:ext cx="2193840" cy="21938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87" name=""/>
          <p:cNvSpPr/>
          <p:nvPr/>
        </p:nvSpPr>
        <p:spPr>
          <a:xfrm>
            <a:off x="7955640" y="3109680"/>
            <a:ext cx="2193840" cy="21938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88" name=""/>
          <p:cNvSpPr/>
          <p:nvPr/>
        </p:nvSpPr>
        <p:spPr>
          <a:xfrm>
            <a:off x="9601560" y="915120"/>
            <a:ext cx="1645200" cy="16452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grpSp>
        <p:nvGrpSpPr>
          <p:cNvPr id="189" name=""/>
          <p:cNvGrpSpPr/>
          <p:nvPr/>
        </p:nvGrpSpPr>
        <p:grpSpPr>
          <a:xfrm>
            <a:off x="3836880" y="1150560"/>
            <a:ext cx="2338920" cy="4333680"/>
            <a:chOff x="3836880" y="1150560"/>
            <a:chExt cx="2338920" cy="4333680"/>
          </a:xfrm>
        </p:grpSpPr>
        <p:sp>
          <p:nvSpPr>
            <p:cNvPr id="190" name=""/>
            <p:cNvSpPr/>
            <p:nvPr/>
          </p:nvSpPr>
          <p:spPr>
            <a:xfrm flipH="1" flipV="1" rot="5400000">
              <a:off x="3882600" y="1367280"/>
              <a:ext cx="1370880" cy="1462320"/>
            </a:xfrm>
            <a:prstGeom prst="parallelogram">
              <a:avLst>
                <a:gd name="adj" fmla="val 50564"/>
              </a:avLst>
            </a:prstGeom>
            <a:solidFill>
              <a:srgbClr val="6c757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91" name=""/>
            <p:cNvSpPr/>
            <p:nvPr/>
          </p:nvSpPr>
          <p:spPr>
            <a:xfrm flipH="1" flipV="1" rot="5400000">
              <a:off x="4759200" y="1104840"/>
              <a:ext cx="1370880" cy="1462320"/>
            </a:xfrm>
            <a:prstGeom prst="parallelogram">
              <a:avLst>
                <a:gd name="adj" fmla="val 50564"/>
              </a:avLst>
            </a:prstGeom>
            <a:solidFill>
              <a:srgbClr val="343a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92" name=""/>
            <p:cNvSpPr/>
            <p:nvPr/>
          </p:nvSpPr>
          <p:spPr>
            <a:xfrm flipH="1" flipV="1" rot="5400000">
              <a:off x="3882600" y="2718000"/>
              <a:ext cx="1370880" cy="1462320"/>
            </a:xfrm>
            <a:prstGeom prst="parallelogram">
              <a:avLst>
                <a:gd name="adj" fmla="val 50564"/>
              </a:avLst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93" name=""/>
            <p:cNvSpPr/>
            <p:nvPr/>
          </p:nvSpPr>
          <p:spPr>
            <a:xfrm flipH="1" flipV="1" rot="5400000">
              <a:off x="4759200" y="2455920"/>
              <a:ext cx="1370880" cy="1462320"/>
            </a:xfrm>
            <a:prstGeom prst="parallelogram">
              <a:avLst>
                <a:gd name="adj" fmla="val 50564"/>
              </a:avLst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94" name=""/>
            <p:cNvSpPr/>
            <p:nvPr/>
          </p:nvSpPr>
          <p:spPr>
            <a:xfrm flipH="1" flipV="1" rot="5400000">
              <a:off x="3882600" y="4067640"/>
              <a:ext cx="1370880" cy="1462320"/>
            </a:xfrm>
            <a:prstGeom prst="parallelogram">
              <a:avLst>
                <a:gd name="adj" fmla="val 50564"/>
              </a:avLst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195" name=""/>
            <p:cNvSpPr/>
            <p:nvPr/>
          </p:nvSpPr>
          <p:spPr>
            <a:xfrm flipH="1" flipV="1" rot="5400000">
              <a:off x="4759200" y="3806280"/>
              <a:ext cx="1370880" cy="1462320"/>
            </a:xfrm>
            <a:prstGeom prst="parallelogram">
              <a:avLst>
                <a:gd name="adj" fmla="val 50564"/>
              </a:avLst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</p:grpSp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dt" idx="28"/>
          </p:nvPr>
        </p:nvSpPr>
        <p:spPr>
          <a:xfrm>
            <a:off x="46800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ftr" idx="29"/>
          </p:nvPr>
        </p:nvSpPr>
        <p:spPr>
          <a:xfrm>
            <a:off x="3442680" y="516600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PlaceHolder 5"/>
          <p:cNvSpPr>
            <a:spLocks noGrp="1"/>
          </p:cNvSpPr>
          <p:nvPr>
            <p:ph type="sldNum" idx="30"/>
          </p:nvPr>
        </p:nvSpPr>
        <p:spPr>
          <a:xfrm>
            <a:off x="722736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925EE1-DF25-4CFC-8B0D-2ACF2669279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ulle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"/>
          <p:cNvSpPr/>
          <p:nvPr/>
        </p:nvSpPr>
        <p:spPr>
          <a:xfrm>
            <a:off x="6771960" y="1300320"/>
            <a:ext cx="861120" cy="18216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02" name=""/>
          <p:cNvSpPr/>
          <p:nvPr/>
        </p:nvSpPr>
        <p:spPr>
          <a:xfrm>
            <a:off x="5813280" y="3854880"/>
            <a:ext cx="861120" cy="18216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03" name=""/>
          <p:cNvSpPr/>
          <p:nvPr/>
        </p:nvSpPr>
        <p:spPr>
          <a:xfrm>
            <a:off x="7589520" y="2560320"/>
            <a:ext cx="2193840" cy="21938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04" name=""/>
          <p:cNvSpPr/>
          <p:nvPr/>
        </p:nvSpPr>
        <p:spPr>
          <a:xfrm>
            <a:off x="3200400" y="731520"/>
            <a:ext cx="1684080" cy="16452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05" name=""/>
          <p:cNvSpPr/>
          <p:nvPr/>
        </p:nvSpPr>
        <p:spPr>
          <a:xfrm>
            <a:off x="1424160" y="3489120"/>
            <a:ext cx="1684080" cy="16452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06" name=""/>
          <p:cNvSpPr/>
          <p:nvPr/>
        </p:nvSpPr>
        <p:spPr>
          <a:xfrm>
            <a:off x="700920" y="1900080"/>
            <a:ext cx="1401480" cy="1848240"/>
          </a:xfrm>
          <a:custGeom>
            <a:avLst/>
            <a:gdLst>
              <a:gd name="textAreaLeft" fmla="*/ 0 w 1401480"/>
              <a:gd name="textAreaRight" fmla="*/ 1402200 w 1401480"/>
              <a:gd name="textAreaTop" fmla="*/ 0 h 1848240"/>
              <a:gd name="textAreaBottom" fmla="*/ 1848960 h 1848240"/>
            </a:gdLst>
            <a:ahLst/>
            <a:cxnLst/>
            <a:rect l="textAreaLeft" t="textAreaTop" r="textAreaRight" b="textAreaBottom"/>
            <a:pathLst>
              <a:path fill="none" w="3895" h="5136">
                <a:moveTo>
                  <a:pt x="339" y="0"/>
                </a:moveTo>
                <a:cubicBezTo>
                  <a:pt x="-931" y="2540"/>
                  <a:pt x="1609" y="5588"/>
                  <a:pt x="3895" y="508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07" name=""/>
          <p:cNvSpPr/>
          <p:nvPr/>
        </p:nvSpPr>
        <p:spPr>
          <a:xfrm>
            <a:off x="3931920" y="2011680"/>
            <a:ext cx="975240" cy="1370880"/>
          </a:xfrm>
          <a:custGeom>
            <a:avLst/>
            <a:gdLst>
              <a:gd name="textAreaLeft" fmla="*/ 0 w 975240"/>
              <a:gd name="textAreaRight" fmla="*/ 975960 w 975240"/>
              <a:gd name="textAreaTop" fmla="*/ 0 h 1370880"/>
              <a:gd name="textAreaBottom" fmla="*/ 1371600 h 1370880"/>
            </a:gdLst>
            <a:ahLst/>
            <a:cxnLst/>
            <a:rect l="textAreaLeft" t="textAreaTop" r="textAreaRight" b="textAreaBottom"/>
            <a:pathLst>
              <a:path fill="none" w="2711" h="3810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08" name=""/>
          <p:cNvSpPr/>
          <p:nvPr/>
        </p:nvSpPr>
        <p:spPr>
          <a:xfrm>
            <a:off x="7724880" y="2103120"/>
            <a:ext cx="778320" cy="1462320"/>
          </a:xfrm>
          <a:custGeom>
            <a:avLst/>
            <a:gdLst>
              <a:gd name="textAreaLeft" fmla="*/ 0 w 778320"/>
              <a:gd name="textAreaRight" fmla="*/ 779040 w 778320"/>
              <a:gd name="textAreaTop" fmla="*/ 0 h 1462320"/>
              <a:gd name="textAreaBottom" fmla="*/ 1463040 h 1462320"/>
            </a:gdLst>
            <a:ahLst/>
            <a:cxnLst/>
            <a:rect l="textAreaLeft" t="textAreaTop" r="textAreaRight" b="textAreaBottom"/>
            <a:pathLst>
              <a:path fill="none" w="2164" h="4064">
                <a:moveTo>
                  <a:pt x="132" y="4064"/>
                </a:moveTo>
                <a:cubicBezTo>
                  <a:pt x="-630" y="3301"/>
                  <a:pt x="2164" y="3555"/>
                  <a:pt x="2164" y="2794"/>
                </a:cubicBezTo>
                <a:cubicBezTo>
                  <a:pt x="2164" y="2032"/>
                  <a:pt x="-630" y="1778"/>
                  <a:pt x="132" y="2540"/>
                </a:cubicBezTo>
                <a:cubicBezTo>
                  <a:pt x="894" y="3302"/>
                  <a:pt x="1910" y="508"/>
                  <a:pt x="894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09" name=""/>
          <p:cNvSpPr/>
          <p:nvPr/>
        </p:nvSpPr>
        <p:spPr>
          <a:xfrm>
            <a:off x="1424160" y="4754880"/>
            <a:ext cx="861120" cy="18216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10" name=""/>
          <p:cNvSpPr/>
          <p:nvPr/>
        </p:nvSpPr>
        <p:spPr>
          <a:xfrm>
            <a:off x="2887200" y="1300320"/>
            <a:ext cx="861120" cy="18216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dt" idx="31"/>
          </p:nvPr>
        </p:nvSpPr>
        <p:spPr>
          <a:xfrm>
            <a:off x="46800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 type="ftr" idx="32"/>
          </p:nvPr>
        </p:nvSpPr>
        <p:spPr>
          <a:xfrm>
            <a:off x="3442680" y="516600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5"/>
          <p:cNvSpPr>
            <a:spLocks noGrp="1"/>
          </p:cNvSpPr>
          <p:nvPr>
            <p:ph type="sldNum" idx="33"/>
          </p:nvPr>
        </p:nvSpPr>
        <p:spPr>
          <a:xfrm>
            <a:off x="722736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32F4C1-0A28-4760-A016-C8ABE61AA1D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"/>
          <p:cNvSpPr/>
          <p:nvPr/>
        </p:nvSpPr>
        <p:spPr>
          <a:xfrm>
            <a:off x="6771960" y="1300320"/>
            <a:ext cx="861120" cy="18216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17" name=""/>
          <p:cNvSpPr/>
          <p:nvPr/>
        </p:nvSpPr>
        <p:spPr>
          <a:xfrm>
            <a:off x="5813280" y="3854880"/>
            <a:ext cx="861120" cy="18216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18" name=""/>
          <p:cNvSpPr/>
          <p:nvPr/>
        </p:nvSpPr>
        <p:spPr>
          <a:xfrm>
            <a:off x="7589520" y="2560320"/>
            <a:ext cx="2193840" cy="21938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19" name=""/>
          <p:cNvSpPr/>
          <p:nvPr/>
        </p:nvSpPr>
        <p:spPr>
          <a:xfrm>
            <a:off x="3200400" y="731520"/>
            <a:ext cx="1684080" cy="16452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20" name=""/>
          <p:cNvSpPr/>
          <p:nvPr/>
        </p:nvSpPr>
        <p:spPr>
          <a:xfrm>
            <a:off x="1424160" y="3489120"/>
            <a:ext cx="1684080" cy="16452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21" name=""/>
          <p:cNvSpPr/>
          <p:nvPr/>
        </p:nvSpPr>
        <p:spPr>
          <a:xfrm>
            <a:off x="700920" y="1900080"/>
            <a:ext cx="1401480" cy="1848240"/>
          </a:xfrm>
          <a:custGeom>
            <a:avLst/>
            <a:gdLst>
              <a:gd name="textAreaLeft" fmla="*/ 0 w 1401480"/>
              <a:gd name="textAreaRight" fmla="*/ 1402200 w 1401480"/>
              <a:gd name="textAreaTop" fmla="*/ 0 h 1848240"/>
              <a:gd name="textAreaBottom" fmla="*/ 1848960 h 1848240"/>
            </a:gdLst>
            <a:ahLst/>
            <a:cxnLst/>
            <a:rect l="textAreaLeft" t="textAreaTop" r="textAreaRight" b="textAreaBottom"/>
            <a:pathLst>
              <a:path fill="none" w="3895" h="5136">
                <a:moveTo>
                  <a:pt x="339" y="0"/>
                </a:moveTo>
                <a:cubicBezTo>
                  <a:pt x="-931" y="2540"/>
                  <a:pt x="1609" y="5588"/>
                  <a:pt x="3895" y="508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22" name=""/>
          <p:cNvSpPr/>
          <p:nvPr/>
        </p:nvSpPr>
        <p:spPr>
          <a:xfrm>
            <a:off x="3931920" y="2011680"/>
            <a:ext cx="975240" cy="1370880"/>
          </a:xfrm>
          <a:custGeom>
            <a:avLst/>
            <a:gdLst>
              <a:gd name="textAreaLeft" fmla="*/ 0 w 975240"/>
              <a:gd name="textAreaRight" fmla="*/ 975960 w 975240"/>
              <a:gd name="textAreaTop" fmla="*/ 0 h 1370880"/>
              <a:gd name="textAreaBottom" fmla="*/ 1371600 h 1370880"/>
            </a:gdLst>
            <a:ahLst/>
            <a:cxnLst/>
            <a:rect l="textAreaLeft" t="textAreaTop" r="textAreaRight" b="textAreaBottom"/>
            <a:pathLst>
              <a:path fill="none" w="2711" h="3810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23" name=""/>
          <p:cNvSpPr/>
          <p:nvPr/>
        </p:nvSpPr>
        <p:spPr>
          <a:xfrm>
            <a:off x="7724880" y="2103120"/>
            <a:ext cx="778320" cy="1462320"/>
          </a:xfrm>
          <a:custGeom>
            <a:avLst/>
            <a:gdLst>
              <a:gd name="textAreaLeft" fmla="*/ 0 w 778320"/>
              <a:gd name="textAreaRight" fmla="*/ 779040 w 778320"/>
              <a:gd name="textAreaTop" fmla="*/ 0 h 1462320"/>
              <a:gd name="textAreaBottom" fmla="*/ 1463040 h 1462320"/>
            </a:gdLst>
            <a:ahLst/>
            <a:cxnLst/>
            <a:rect l="textAreaLeft" t="textAreaTop" r="textAreaRight" b="textAreaBottom"/>
            <a:pathLst>
              <a:path fill="none" w="2164" h="4064">
                <a:moveTo>
                  <a:pt x="132" y="4064"/>
                </a:moveTo>
                <a:cubicBezTo>
                  <a:pt x="-630" y="3301"/>
                  <a:pt x="2164" y="3555"/>
                  <a:pt x="2164" y="2794"/>
                </a:cubicBezTo>
                <a:cubicBezTo>
                  <a:pt x="2164" y="2032"/>
                  <a:pt x="-630" y="1778"/>
                  <a:pt x="132" y="2540"/>
                </a:cubicBezTo>
                <a:cubicBezTo>
                  <a:pt x="894" y="3302"/>
                  <a:pt x="1910" y="508"/>
                  <a:pt x="894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24" name=""/>
          <p:cNvSpPr/>
          <p:nvPr/>
        </p:nvSpPr>
        <p:spPr>
          <a:xfrm>
            <a:off x="1424160" y="4754880"/>
            <a:ext cx="861120" cy="18216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25" name=""/>
          <p:cNvSpPr/>
          <p:nvPr/>
        </p:nvSpPr>
        <p:spPr>
          <a:xfrm>
            <a:off x="2887200" y="1300320"/>
            <a:ext cx="861120" cy="18216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12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dt" idx="34"/>
          </p:nvPr>
        </p:nvSpPr>
        <p:spPr>
          <a:xfrm>
            <a:off x="46800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PlaceHolder 4"/>
          <p:cNvSpPr>
            <a:spLocks noGrp="1"/>
          </p:cNvSpPr>
          <p:nvPr>
            <p:ph type="ftr" idx="35"/>
          </p:nvPr>
        </p:nvSpPr>
        <p:spPr>
          <a:xfrm>
            <a:off x="3442680" y="516600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PlaceHolder 5"/>
          <p:cNvSpPr>
            <a:spLocks noGrp="1"/>
          </p:cNvSpPr>
          <p:nvPr>
            <p:ph type="sldNum" idx="36"/>
          </p:nvPr>
        </p:nvSpPr>
        <p:spPr>
          <a:xfrm>
            <a:off x="722736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9FA810-0E5D-4F08-B195-1EB10843A97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Jigsa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1" name=""/>
          <p:cNvGrpSpPr/>
          <p:nvPr/>
        </p:nvGrpSpPr>
        <p:grpSpPr>
          <a:xfrm>
            <a:off x="2982960" y="1548000"/>
            <a:ext cx="5981760" cy="3325320"/>
            <a:chOff x="2982960" y="1548000"/>
            <a:chExt cx="5981760" cy="3325320"/>
          </a:xfrm>
        </p:grpSpPr>
        <p:sp>
          <p:nvSpPr>
            <p:cNvPr id="232" name=""/>
            <p:cNvSpPr/>
            <p:nvPr/>
          </p:nvSpPr>
          <p:spPr>
            <a:xfrm>
              <a:off x="3570480" y="1888200"/>
              <a:ext cx="4926600" cy="262260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33" name=""/>
            <p:cNvSpPr/>
            <p:nvPr/>
          </p:nvSpPr>
          <p:spPr>
            <a:xfrm>
              <a:off x="3763800" y="1585440"/>
              <a:ext cx="4926600" cy="2622600"/>
            </a:xfrm>
            <a:prstGeom prst="rect">
              <a:avLst/>
            </a:prstGeom>
            <a:noFill/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9000" rIns="99000" tIns="54000" bIns="54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34" name=""/>
            <p:cNvSpPr/>
            <p:nvPr/>
          </p:nvSpPr>
          <p:spPr>
            <a:xfrm>
              <a:off x="3844800" y="1548000"/>
              <a:ext cx="1096560" cy="1473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8000" b="0" u="none" strike="noStrike">
                  <a:solidFill>
                    <a:srgbClr val="000000"/>
                  </a:solidFill>
                  <a:effectLst/>
                  <a:uFillTx/>
                  <a:latin typeface="Noto Sans"/>
                  <a:ea typeface="DejaVu Sans"/>
                </a:rPr>
                <a:t>“</a:t>
              </a:r>
              <a:endParaRPr lang="en-US" sz="8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5" name=""/>
            <p:cNvSpPr/>
            <p:nvPr/>
          </p:nvSpPr>
          <p:spPr>
            <a:xfrm>
              <a:off x="7868160" y="3399840"/>
              <a:ext cx="1096560" cy="1473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8000" b="0" u="none" strike="noStrike">
                  <a:solidFill>
                    <a:srgbClr val="000000"/>
                  </a:solidFill>
                  <a:effectLst/>
                  <a:uFillTx/>
                  <a:latin typeface="Noto Sans"/>
                  <a:ea typeface="DejaVu Sans"/>
                </a:rPr>
                <a:t>”</a:t>
              </a:r>
              <a:endParaRPr lang="en-US" sz="8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6" name=""/>
            <p:cNvSpPr/>
            <p:nvPr/>
          </p:nvSpPr>
          <p:spPr>
            <a:xfrm>
              <a:off x="2982960" y="4117320"/>
              <a:ext cx="1044000" cy="302040"/>
            </a:xfrm>
            <a:prstGeom prst="rect">
              <a:avLst/>
            </a:prstGeom>
            <a:pattFill prst="wdUpDiag">
              <a:fgClr>
                <a:srgbClr val="000000"/>
              </a:fgClr>
              <a:bgClr>
                <a:srgbClr val="ffffff">
                  <a:alpha val="0"/>
                </a:srgbClr>
              </a:bgClr>
            </a:patt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</p:grpSp>
      <p:grpSp>
        <p:nvGrpSpPr>
          <p:cNvPr id="237" name=""/>
          <p:cNvGrpSpPr/>
          <p:nvPr/>
        </p:nvGrpSpPr>
        <p:grpSpPr>
          <a:xfrm>
            <a:off x="-927000" y="-375120"/>
            <a:ext cx="3795480" cy="6388920"/>
            <a:chOff x="-927000" y="-375120"/>
            <a:chExt cx="3795480" cy="6388920"/>
          </a:xfrm>
        </p:grpSpPr>
        <p:sp>
          <p:nvSpPr>
            <p:cNvPr id="238" name=""/>
            <p:cNvSpPr/>
            <p:nvPr/>
          </p:nvSpPr>
          <p:spPr>
            <a:xfrm rot="5400000">
              <a:off x="460440" y="-22176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39" name=""/>
            <p:cNvSpPr/>
            <p:nvPr/>
          </p:nvSpPr>
          <p:spPr>
            <a:xfrm>
              <a:off x="1144440" y="-21312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2"/>
              <a:srcRect/>
              <a:tile tx="0" ty="0" sx="74113" sy="74113" algn="ctr"/>
            </a:blipFill>
            <a:ln w="0">
              <a:solidFill>
                <a:srgbClr val="000000"/>
              </a:solidFill>
            </a:ln>
            <a:effectLst>
              <a:outerShdw dir="2700000" dist="101823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40" name=""/>
            <p:cNvSpPr/>
            <p:nvPr/>
          </p:nvSpPr>
          <p:spPr>
            <a:xfrm rot="5400000">
              <a:off x="-230760" y="44964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41" name=""/>
            <p:cNvSpPr/>
            <p:nvPr/>
          </p:nvSpPr>
          <p:spPr>
            <a:xfrm>
              <a:off x="448200" y="45684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42" name=""/>
            <p:cNvSpPr/>
            <p:nvPr/>
          </p:nvSpPr>
          <p:spPr>
            <a:xfrm rot="5400000">
              <a:off x="439560" y="114084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3"/>
              <a:srcRect/>
              <a:tile tx="0" ty="0" sx="74113" sy="74113" algn="ctr"/>
            </a:blip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43" name=""/>
            <p:cNvSpPr/>
            <p:nvPr/>
          </p:nvSpPr>
          <p:spPr>
            <a:xfrm>
              <a:off x="1124280" y="114948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44" name=""/>
            <p:cNvSpPr/>
            <p:nvPr/>
          </p:nvSpPr>
          <p:spPr>
            <a:xfrm>
              <a:off x="-927000" y="180936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4"/>
              <a:srcRect/>
              <a:tile tx="0" ty="0" sx="74113" sy="74113" algn="ctr"/>
            </a:blipFill>
            <a:ln w="0">
              <a:solidFill>
                <a:srgbClr val="000000"/>
              </a:solidFill>
            </a:ln>
            <a:effectLst>
              <a:outerShdw dir="2700000" dist="101823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45" name=""/>
            <p:cNvSpPr/>
            <p:nvPr/>
          </p:nvSpPr>
          <p:spPr>
            <a:xfrm rot="5400000">
              <a:off x="-244800" y="181512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212529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46" name=""/>
            <p:cNvSpPr/>
            <p:nvPr/>
          </p:nvSpPr>
          <p:spPr>
            <a:xfrm>
              <a:off x="430560" y="182448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47" name=""/>
            <p:cNvSpPr/>
            <p:nvPr/>
          </p:nvSpPr>
          <p:spPr>
            <a:xfrm rot="5400000">
              <a:off x="1114200" y="183348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48" name=""/>
            <p:cNvSpPr/>
            <p:nvPr/>
          </p:nvSpPr>
          <p:spPr>
            <a:xfrm>
              <a:off x="1796040" y="183960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49" name=""/>
            <p:cNvSpPr/>
            <p:nvPr/>
          </p:nvSpPr>
          <p:spPr>
            <a:xfrm>
              <a:off x="-253440" y="249840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50" name=""/>
            <p:cNvSpPr/>
            <p:nvPr/>
          </p:nvSpPr>
          <p:spPr>
            <a:xfrm rot="5400000">
              <a:off x="422640" y="250812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51" name=""/>
            <p:cNvSpPr/>
            <p:nvPr/>
          </p:nvSpPr>
          <p:spPr>
            <a:xfrm rot="5400000">
              <a:off x="-262080" y="318024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52" name=""/>
            <p:cNvSpPr/>
            <p:nvPr/>
          </p:nvSpPr>
          <p:spPr>
            <a:xfrm>
              <a:off x="-271440" y="386244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5"/>
              <a:srcRect/>
              <a:tile tx="0" ty="0" sx="74113" sy="74113" algn="ctr"/>
            </a:blipFill>
            <a:ln w="0">
              <a:solidFill>
                <a:srgbClr val="000000"/>
              </a:solidFill>
            </a:ln>
            <a:effectLst>
              <a:outerShdw dir="2700000" dist="101823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53" name=""/>
            <p:cNvSpPr/>
            <p:nvPr/>
          </p:nvSpPr>
          <p:spPr>
            <a:xfrm rot="5400000">
              <a:off x="410040" y="387216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e9ecef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54" name=""/>
            <p:cNvSpPr/>
            <p:nvPr/>
          </p:nvSpPr>
          <p:spPr>
            <a:xfrm rot="5400000">
              <a:off x="-282600" y="454500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55" name=""/>
            <p:cNvSpPr/>
            <p:nvPr/>
          </p:nvSpPr>
          <p:spPr>
            <a:xfrm>
              <a:off x="399600" y="455436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56" name=""/>
            <p:cNvSpPr/>
            <p:nvPr/>
          </p:nvSpPr>
          <p:spPr>
            <a:xfrm>
              <a:off x="-291240" y="522828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f8f9fa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  <p:sp>
          <p:nvSpPr>
            <p:cNvPr id="257" name=""/>
            <p:cNvSpPr/>
            <p:nvPr/>
          </p:nvSpPr>
          <p:spPr>
            <a:xfrm>
              <a:off x="1070640" y="5248080"/>
              <a:ext cx="1072440" cy="765720"/>
            </a:xfrm>
            <a:custGeom>
              <a:avLst/>
              <a:gdLst>
                <a:gd name="textAreaLeft" fmla="*/ 278280 w 1072440"/>
                <a:gd name="textAreaRight" fmla="*/ 794880 w 1072440"/>
                <a:gd name="textAreaTop" fmla="*/ 258840 h 765720"/>
                <a:gd name="textAreaBottom" fmla="*/ 507600 h 765720"/>
                <a:gd name="GluePoint1X" fmla="*/ 10800 w 21600"/>
                <a:gd name="GluePoint1Y" fmla="*/ 0 h 21600"/>
                <a:gd name="GluePoint2X" fmla="*/ 0 w 21600"/>
                <a:gd name="GluePoint2Y" fmla="*/ 10800 h 21600"/>
                <a:gd name="GluePoint3X" fmla="*/ 10800 w 21600"/>
                <a:gd name="GluePoint3Y" fmla="*/ 21600 h 21600"/>
                <a:gd name="GluePoint4X" fmla="*/ 21600 w 21600"/>
                <a:gd name="GluePoint4Y" fmla="*/ 10800 h 21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endParaRPr>
            </a:p>
          </p:txBody>
        </p:sp>
      </p:grpSp>
      <p:sp>
        <p:nvSpPr>
          <p:cNvPr id="258" name=""/>
          <p:cNvSpPr/>
          <p:nvPr/>
        </p:nvSpPr>
        <p:spPr>
          <a:xfrm>
            <a:off x="8538120" y="3877200"/>
            <a:ext cx="975240" cy="1370880"/>
          </a:xfrm>
          <a:custGeom>
            <a:avLst/>
            <a:gdLst>
              <a:gd name="textAreaLeft" fmla="*/ 0 w 975240"/>
              <a:gd name="textAreaRight" fmla="*/ 975960 w 975240"/>
              <a:gd name="textAreaTop" fmla="*/ 0 h 1370880"/>
              <a:gd name="textAreaBottom" fmla="*/ 1371600 h 1370880"/>
            </a:gdLst>
            <a:ahLst/>
            <a:cxnLst/>
            <a:rect l="textAreaLeft" t="textAreaTop" r="textAreaRight" b="textAreaBottom"/>
            <a:pathLst>
              <a:path fill="none" w="2711" h="3810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sm" type="oval" w="lg"/>
            <a:tailEnd len="sm" type="oval" w="lg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59" name=""/>
          <p:cNvSpPr/>
          <p:nvPr/>
        </p:nvSpPr>
        <p:spPr>
          <a:xfrm>
            <a:off x="7372080" y="4974480"/>
            <a:ext cx="1684080" cy="16452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60" name=""/>
          <p:cNvSpPr/>
          <p:nvPr/>
        </p:nvSpPr>
        <p:spPr>
          <a:xfrm>
            <a:off x="7868160" y="-329040"/>
            <a:ext cx="2010960" cy="20109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1800000" y="468000"/>
            <a:ext cx="773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85000" lnSpcReduction="9999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</a:t>
            </a: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edit the </a:t>
            </a: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title text </a:t>
            </a: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3924000" y="2160000"/>
            <a:ext cx="4571280" cy="1943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dt" idx="37"/>
          </p:nvPr>
        </p:nvSpPr>
        <p:spPr>
          <a:xfrm>
            <a:off x="46800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 type="ftr" idx="38"/>
          </p:nvPr>
        </p:nvSpPr>
        <p:spPr>
          <a:xfrm>
            <a:off x="3442680" y="516600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PlaceHolder 5"/>
          <p:cNvSpPr>
            <a:spLocks noGrp="1"/>
          </p:cNvSpPr>
          <p:nvPr>
            <p:ph type="sldNum" idx="39"/>
          </p:nvPr>
        </p:nvSpPr>
        <p:spPr>
          <a:xfrm>
            <a:off x="7227360" y="516600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584C00D-7DE3-4695-BBF7-F31C4B5B497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1.xml"/><Relationship Id="rId8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  <p:sldLayoutId id="2147483653" r:id="rId3"/>
    <p:sldLayoutId id="2147483654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nodejs.org/en" TargetMode="External"/><Relationship Id="rId2" Type="http://schemas.openxmlformats.org/officeDocument/2006/relationships/hyperlink" Target="https://github.com/TonyLiu0226/toDoListTutorial.git" TargetMode="External"/><Relationship Id="rId3" Type="http://schemas.openxmlformats.org/officeDocument/2006/relationships/hyperlink" Target="https://github.com/TonyLiu0226/toDoListTutorial.git" TargetMode="External"/><Relationship Id="rId4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www.w3schools.com/html/" TargetMode="External"/><Relationship Id="rId2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7.png"/><Relationship Id="rId3" Type="http://schemas.openxmlformats.org/officeDocument/2006/relationships/image" Target="../media/image17.png"/><Relationship Id="rId4" Type="http://schemas.openxmlformats.org/officeDocument/2006/relationships/image" Target="../media/image17.png"/><Relationship Id="rId5" Type="http://schemas.openxmlformats.org/officeDocument/2006/relationships/image" Target="../media/image17.png"/><Relationship Id="rId6" Type="http://schemas.openxmlformats.org/officeDocument/2006/relationships/image" Target="../media/image17.png"/><Relationship Id="rId7" Type="http://schemas.openxmlformats.org/officeDocument/2006/relationships/image" Target="../media/image17.png"/><Relationship Id="rId8" Type="http://schemas.openxmlformats.org/officeDocument/2006/relationships/image" Target="../media/image17.png"/><Relationship Id="rId9" Type="http://schemas.openxmlformats.org/officeDocument/2006/relationships/image" Target="../media/image17.png"/><Relationship Id="rId10" Type="http://schemas.openxmlformats.org/officeDocument/2006/relationships/image" Target="../media/image17.png"/><Relationship Id="rId11" Type="http://schemas.openxmlformats.org/officeDocument/2006/relationships/image" Target="../media/image17.png"/><Relationship Id="rId12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8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8.png"/><Relationship Id="rId6" Type="http://schemas.openxmlformats.org/officeDocument/2006/relationships/image" Target="../media/image18.png"/><Relationship Id="rId7" Type="http://schemas.openxmlformats.org/officeDocument/2006/relationships/image" Target="../media/image18.png"/><Relationship Id="rId8" Type="http://schemas.openxmlformats.org/officeDocument/2006/relationships/image" Target="../media/image17.png"/><Relationship Id="rId9" Type="http://schemas.openxmlformats.org/officeDocument/2006/relationships/image" Target="../media/image17.png"/><Relationship Id="rId10" Type="http://schemas.openxmlformats.org/officeDocument/2006/relationships/image" Target="../media/image17.png"/><Relationship Id="rId11" Type="http://schemas.openxmlformats.org/officeDocument/2006/relationships/image" Target="../media/image17.png"/><Relationship Id="rId12" Type="http://schemas.openxmlformats.org/officeDocument/2006/relationships/image" Target="../media/image17.png"/><Relationship Id="rId13" Type="http://schemas.openxmlformats.org/officeDocument/2006/relationships/image" Target="../media/image17.png"/><Relationship Id="rId14" Type="http://schemas.openxmlformats.org/officeDocument/2006/relationships/image" Target="../media/image17.png"/><Relationship Id="rId15" Type="http://schemas.openxmlformats.org/officeDocument/2006/relationships/image" Target="../media/image17.png"/><Relationship Id="rId16" Type="http://schemas.openxmlformats.org/officeDocument/2006/relationships/image" Target="../media/image17.png"/><Relationship Id="rId17" Type="http://schemas.openxmlformats.org/officeDocument/2006/relationships/image" Target="../media/image17.png"/><Relationship Id="rId18" Type="http://schemas.openxmlformats.org/officeDocument/2006/relationships/image" Target="../media/image17.png"/><Relationship Id="rId19" Type="http://schemas.openxmlformats.org/officeDocument/2006/relationships/image" Target="../media/image17.png"/><Relationship Id="rId20" Type="http://schemas.openxmlformats.org/officeDocument/2006/relationships/image" Target="../media/image17.png"/><Relationship Id="rId21" Type="http://schemas.openxmlformats.org/officeDocument/2006/relationships/image" Target="../media/image17.png"/><Relationship Id="rId22" Type="http://schemas.openxmlformats.org/officeDocument/2006/relationships/image" Target="../media/image17.png"/><Relationship Id="rId23" Type="http://schemas.openxmlformats.org/officeDocument/2006/relationships/image" Target="../media/image17.png"/><Relationship Id="rId24" Type="http://schemas.openxmlformats.org/officeDocument/2006/relationships/image" Target="../media/image17.png"/><Relationship Id="rId25" Type="http://schemas.openxmlformats.org/officeDocument/2006/relationships/image" Target="../media/image17.png"/><Relationship Id="rId26" Type="http://schemas.openxmlformats.org/officeDocument/2006/relationships/image" Target="../media/image17.png"/><Relationship Id="rId27" Type="http://schemas.openxmlformats.org/officeDocument/2006/relationships/image" Target="../media/image17.png"/><Relationship Id="rId28" Type="http://schemas.openxmlformats.org/officeDocument/2006/relationships/image" Target="../media/image17.png"/><Relationship Id="rId29" Type="http://schemas.openxmlformats.org/officeDocument/2006/relationships/image" Target="../media/image18.png"/><Relationship Id="rId30" Type="http://schemas.openxmlformats.org/officeDocument/2006/relationships/image" Target="../media/image18.png"/><Relationship Id="rId31" Type="http://schemas.openxmlformats.org/officeDocument/2006/relationships/image" Target="../media/image18.png"/><Relationship Id="rId32" Type="http://schemas.openxmlformats.org/officeDocument/2006/relationships/image" Target="../media/image19.png"/><Relationship Id="rId33" Type="http://schemas.openxmlformats.org/officeDocument/2006/relationships/image" Target="../media/image17.png"/><Relationship Id="rId34" Type="http://schemas.openxmlformats.org/officeDocument/2006/relationships/image" Target="../media/image20.png"/><Relationship Id="rId35" Type="http://schemas.openxmlformats.org/officeDocument/2006/relationships/image" Target="../media/image20.png"/><Relationship Id="rId36" Type="http://schemas.openxmlformats.org/officeDocument/2006/relationships/image" Target="../media/image19.png"/><Relationship Id="rId37" Type="http://schemas.openxmlformats.org/officeDocument/2006/relationships/image" Target="../media/image17.png"/><Relationship Id="rId38" Type="http://schemas.openxmlformats.org/officeDocument/2006/relationships/image" Target="../media/image17.png"/><Relationship Id="rId39" Type="http://schemas.openxmlformats.org/officeDocument/2006/relationships/image" Target="../media/image19.png"/><Relationship Id="rId40" Type="http://schemas.openxmlformats.org/officeDocument/2006/relationships/image" Target="../media/image20.png"/><Relationship Id="rId41" Type="http://schemas.openxmlformats.org/officeDocument/2006/relationships/image" Target="../media/image17.png"/><Relationship Id="rId42" Type="http://schemas.openxmlformats.org/officeDocument/2006/relationships/image" Target="../media/image19.png"/><Relationship Id="rId43" Type="http://schemas.openxmlformats.org/officeDocument/2006/relationships/image" Target="../media/image20.png"/><Relationship Id="rId44" Type="http://schemas.openxmlformats.org/officeDocument/2006/relationships/hyperlink" Target="https://css-tricks.com/snippets/css/a-guide-to-flexbox/" TargetMode="External"/><Relationship Id="rId45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hyperlink" Target="https://www.w3schools.com/css/" TargetMode="External"/><Relationship Id="rId3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slideLayout" Target="../slideLayouts/slideLayout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slideLayout" Target="../slideLayouts/slideLayout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slideLayout" Target="../slideLayouts/slideLayout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slideLayout" Target="../slideLayouts/slideLayout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7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42.png"/><Relationship Id="rId3" Type="http://schemas.openxmlformats.org/officeDocument/2006/relationships/slideLayout" Target="../slideLayouts/slideLayout7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hyperlink" Target="https://react.dev/" TargetMode="External"/><Relationship Id="rId3" Type="http://schemas.openxmlformats.org/officeDocument/2006/relationships/hyperlink" Target="https://www.w3schools.com/react" TargetMode="External"/><Relationship Id="rId4" Type="http://schemas.openxmlformats.org/officeDocument/2006/relationships/slideLayout" Target="../slideLayouts/slideLayout7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hyperlink" Target="https://encrypted-tbn0.gstatic.com/images?q=tbn:ANd9GcQEz5LiT5E4d9Ag8ZJGdfiP-OaBINrw8Fu_uw&amp;s" TargetMode="External"/><Relationship Id="rId2" Type="http://schemas.openxmlformats.org/officeDocument/2006/relationships/hyperlink" Target="https://www.pngarts.com/explore/185921" TargetMode="External"/><Relationship Id="rId3" Type="http://schemas.openxmlformats.org/officeDocument/2006/relationships/hyperlink" Target="https://www.freecodecamp.org/news/content/images/2021/09/Document.jpg" TargetMode="External"/><Relationship Id="rId4" Type="http://schemas.openxmlformats.org/officeDocument/2006/relationships/hyperlink" Target="https://www.pngarts.com/files/9/Lego-Minecraft-Steve-PNG-Transparent-Image.png" TargetMode="External"/><Relationship Id="rId5" Type="http://schemas.openxmlformats.org/officeDocument/2006/relationships/hyperlink" Target="https://cdn.freebiesupply.com/images/large/2x/apple-logo-transparent.png" TargetMode="External"/><Relationship Id="rId6" Type="http://schemas.openxmlformats.org/officeDocument/2006/relationships/hyperlink" Target="https://react.dev/learn" TargetMode="External"/><Relationship Id="rId7" Type="http://schemas.openxmlformats.org/officeDocument/2006/relationships/hyperlink" Target="https://www.w3schools.com/" TargetMode="External"/><Relationship Id="rId8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360000" y="4501800"/>
            <a:ext cx="7019280" cy="75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85000" lnSpcReduction="9999"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5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Frontend Development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7" name=""/>
          <p:cNvPicPr/>
          <p:nvPr/>
        </p:nvPicPr>
        <p:blipFill>
          <a:blip r:embed="rId1"/>
          <a:stretch/>
        </p:blipFill>
        <p:spPr>
          <a:xfrm>
            <a:off x="5486400" y="45720"/>
            <a:ext cx="4858560" cy="56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dt" idx="3"/>
          </p:nvPr>
        </p:nvSpPr>
        <p:spPr/>
        <p:txBody>
          <a:bodyPr/>
          <a:p>
            <a:fld id="{7D1C678B-0677-40CD-97F5-CA634099F623}" type="datetime1">
              <a:rPr lang="en-US"/>
              <a:t>02/04/2026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Agenda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61624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Project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Intro to 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Intro to CSS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Intro to JavaScript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Intro to React (optional)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132120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85000" lnSpcReduction="9999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What is Frontend Development?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/>
          </p:nvPr>
        </p:nvSpPr>
        <p:spPr>
          <a:xfrm>
            <a:off x="1143000" y="1055160"/>
            <a:ext cx="82792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Develop what users can see and interact with directly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Runs entirely within the browser for web apps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Connects user actions with application logic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GOAL: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Build accessible, responsive, and functional user interfaces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132120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Project Setup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1093320" y="1055880"/>
            <a:ext cx="82792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You need: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  <a:ea typeface="Source Han Sans SC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A functional web browser like Chrome or Firefox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ource Han Sans SC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Code editor (VSCode or Cursor preferred). Get these extensions if possible: ESLint, Prettier, HTML CSS Support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ource Han Sans SC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ource Han Sans SC"/>
              </a:rPr>
              <a:t>Node.js (install here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ource Han Sans SC"/>
                <a:hlinkClick r:id="rId1"/>
              </a:rPr>
              <a:t>https://nodejs.org/en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ource Han Sans S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ource Han Sans SC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ource Han Sans SC"/>
              </a:rPr>
              <a:t>Git – to clone the project repository here: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ource Han Sans SC"/>
                <a:hlinkClick r:id="rId2"/>
              </a:rPr>
              <a:t>https://github.com/TonyLiu0226/toDoListTutorial.git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ource Han Sans SC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  <a:ea typeface="Source Han Sans SC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ource Han Sans SC"/>
              </a:rPr>
              <a:t>Run the following command in a terminal or use vsCode’s Source control tab: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  <a:ea typeface="Source Han Sans SC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ource Han Sans SC"/>
              </a:rPr>
              <a:t> 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Source Han Sans SC"/>
              </a:rPr>
              <a:t>g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Source Han Sans SC"/>
              </a:rPr>
              <a:t>it clone 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Source Han Sans SC"/>
                <a:hlinkClick r:id="rId3"/>
              </a:rPr>
              <a:t>https://github.com/TonyLiu0226/toDoListTutorial.git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  <a:ea typeface="Source Han Sans SC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  <a:ea typeface="Source Han Sans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132120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HTML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/>
          </p:nvPr>
        </p:nvSpPr>
        <p:spPr>
          <a:xfrm>
            <a:off x="1143000" y="1055160"/>
            <a:ext cx="82792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Standard markup language that controls structure of web pages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Series of elements that tells browser how to display content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6" name=""/>
          <p:cNvPicPr/>
          <p:nvPr/>
        </p:nvPicPr>
        <p:blipFill>
          <a:blip r:embed="rId1"/>
          <a:stretch/>
        </p:blipFill>
        <p:spPr>
          <a:xfrm>
            <a:off x="4800600" y="2468520"/>
            <a:ext cx="2513880" cy="3017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7" name=""/>
          <p:cNvPicPr/>
          <p:nvPr/>
        </p:nvPicPr>
        <p:blipFill>
          <a:blip r:embed="rId2"/>
          <a:stretch/>
        </p:blipFill>
        <p:spPr>
          <a:xfrm>
            <a:off x="457200" y="2971800"/>
            <a:ext cx="3980160" cy="1828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2971800" y="0"/>
            <a:ext cx="6857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HTML Elements walkthrough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/>
          </p:nvPr>
        </p:nvSpPr>
        <p:spPr>
          <a:xfrm>
            <a:off x="4114800" y="1055160"/>
            <a:ext cx="53074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&lt;!DOCTYPE html&gt; — tells the browser to use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modern HTML5 rules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&lt;html lang="en"&gt; — wraps the entire page and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declares the language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&lt;head&gt; — contains metadata and settings that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are not visible on the page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&lt;meta charset="UTF-8"&gt; — ensures text and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emojis display correctly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&lt;title&gt; — sets the browser tab name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&lt;body&gt; — holds all visible content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&lt;h1&gt; — main page heading. Other smaller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subheadings can also be used, with the tags &lt;h2&gt;,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&lt;h3&gt;, &lt;h4&gt;, &lt;h5&gt;, and &lt;h6&gt;.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&lt;p&gt; — paragraph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&lt;img&gt; — displays an image (src = file, alt =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accessibility text)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4572000" y="4343400"/>
            <a:ext cx="365724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All tags must have a correponding closing tag, or be self closing</a:t>
            </a:r>
            <a:br>
              <a:rPr sz="1400"/>
            </a:br>
            <a:br>
              <a:rPr sz="1400"/>
            </a:b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Eg:&lt;title&gt;&lt;/title&gt; or &lt;img src=”x” /&gt;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1" name=""/>
          <p:cNvPicPr/>
          <p:nvPr/>
        </p:nvPicPr>
        <p:blipFill>
          <a:blip r:embed="rId1"/>
          <a:stretch/>
        </p:blipFill>
        <p:spPr>
          <a:xfrm>
            <a:off x="457200" y="2971800"/>
            <a:ext cx="3369240" cy="228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"/>
          <p:cNvSpPr txBox="1"/>
          <p:nvPr/>
        </p:nvSpPr>
        <p:spPr>
          <a:xfrm>
            <a:off x="228600" y="838440"/>
            <a:ext cx="4114800" cy="1904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9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Courier New"/>
              </a:rPr>
              <a:t>&lt;!DOCTYPE html&gt;</a:t>
            </a:r>
            <a:endParaRPr lang="en-US" sz="9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Courier New"/>
            </a:endParaRPr>
          </a:p>
          <a:p>
            <a:r>
              <a:rPr lang="en-US" sz="9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Courier New"/>
              </a:rPr>
              <a:t>&lt;html lang="en"&gt;</a:t>
            </a:r>
            <a:endParaRPr lang="en-US" sz="9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Courier New"/>
            </a:endParaRPr>
          </a:p>
          <a:p>
            <a:r>
              <a:rPr lang="en-US" sz="9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Courier New"/>
              </a:rPr>
              <a:t>  &lt;head&gt;</a:t>
            </a:r>
            <a:endParaRPr lang="en-US" sz="9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Courier New"/>
            </a:endParaRPr>
          </a:p>
          <a:p>
            <a:r>
              <a:rPr lang="en-US" sz="9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Courier New"/>
              </a:rPr>
              <a:t>    &lt;meta charset="UTF-8" /&gt;</a:t>
            </a:r>
            <a:endParaRPr lang="en-US" sz="9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Courier New"/>
            </a:endParaRPr>
          </a:p>
          <a:p>
            <a:r>
              <a:rPr lang="en-US" sz="9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Courier New"/>
              </a:rPr>
              <a:t>    &lt;title&gt;To-Do List&lt;/title&gt;</a:t>
            </a:r>
            <a:endParaRPr lang="en-US" sz="9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Courier New"/>
            </a:endParaRPr>
          </a:p>
          <a:p>
            <a:r>
              <a:rPr lang="en-US" sz="9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Courier New"/>
              </a:rPr>
              <a:t>  &lt;/head&gt;</a:t>
            </a:r>
            <a:endParaRPr lang="en-US" sz="9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Courier New"/>
            </a:endParaRPr>
          </a:p>
          <a:p>
            <a:endParaRPr lang="en-US" sz="9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Courier New"/>
            </a:endParaRPr>
          </a:p>
          <a:p>
            <a:r>
              <a:rPr lang="en-US" sz="9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Courier New"/>
              </a:rPr>
              <a:t>  &lt;body&gt;</a:t>
            </a:r>
            <a:endParaRPr lang="en-US" sz="9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Courier New"/>
            </a:endParaRPr>
          </a:p>
          <a:p>
            <a:r>
              <a:rPr lang="en-US" sz="9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Courier New"/>
              </a:rPr>
              <a:t>    &lt;h1&gt;My To-Do List&lt;/h1&gt;</a:t>
            </a:r>
            <a:endParaRPr lang="en-US" sz="9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Courier New"/>
            </a:endParaRPr>
          </a:p>
          <a:p>
            <a:r>
              <a:rPr lang="en-US" sz="9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Courier New"/>
              </a:rPr>
              <a:t>    &lt;p&gt;This is a to-do list app.&lt;/p&gt;</a:t>
            </a:r>
            <a:endParaRPr lang="en-US" sz="9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Courier New"/>
            </a:endParaRPr>
          </a:p>
          <a:p>
            <a:r>
              <a:rPr lang="en-US" sz="9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Courier New"/>
              </a:rPr>
              <a:t>    &lt;img src="hatsune.png" alt="Hatsune Miku Halloween" /&gt;</a:t>
            </a:r>
            <a:endParaRPr lang="en-US" sz="9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Courier New"/>
            </a:endParaRPr>
          </a:p>
          <a:p>
            <a:r>
              <a:rPr lang="en-US" sz="9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Courier New"/>
              </a:rPr>
              <a:t>  &lt;/body&gt;</a:t>
            </a:r>
            <a:endParaRPr lang="en-US" sz="9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Courier New"/>
            </a:endParaRPr>
          </a:p>
          <a:p>
            <a:r>
              <a:rPr lang="en-US" sz="9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Courier New"/>
              </a:rPr>
              <a:t>&lt;/html&gt;</a:t>
            </a:r>
            <a:endParaRPr lang="en-US" sz="9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2971800" y="0"/>
            <a:ext cx="6857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Lists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2"/>
          <p:cNvSpPr>
            <a:spLocks noGrp="1"/>
          </p:cNvSpPr>
          <p:nvPr>
            <p:ph/>
          </p:nvPr>
        </p:nvSpPr>
        <p:spPr>
          <a:xfrm>
            <a:off x="4114800" y="1055160"/>
            <a:ext cx="53074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5" name=""/>
          <p:cNvPicPr/>
          <p:nvPr/>
        </p:nvPicPr>
        <p:blipFill>
          <a:blip r:embed="rId1"/>
          <a:stretch/>
        </p:blipFill>
        <p:spPr>
          <a:xfrm>
            <a:off x="5553720" y="1134360"/>
            <a:ext cx="1760760" cy="183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6" name=""/>
          <p:cNvPicPr/>
          <p:nvPr/>
        </p:nvPicPr>
        <p:blipFill>
          <a:blip r:embed="rId2"/>
          <a:stretch/>
        </p:blipFill>
        <p:spPr>
          <a:xfrm>
            <a:off x="2134440" y="685800"/>
            <a:ext cx="1979640" cy="207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7" name=""/>
          <p:cNvSpPr/>
          <p:nvPr/>
        </p:nvSpPr>
        <p:spPr>
          <a:xfrm>
            <a:off x="1549800" y="2971800"/>
            <a:ext cx="6907680" cy="19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&lt;ul&gt;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 is for unordered bulleted lists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&lt;ol&gt;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 is for numbered lists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In both cases, use an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&lt;li&gt;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 for each item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2971800" y="0"/>
            <a:ext cx="6857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92500" lnSpcReduction="9999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Inputs </a:t>
            </a:r>
            <a:br>
              <a:rPr sz="3600"/>
            </a:br>
            <a:r>
              <a:rPr lang="en-US" sz="36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and forms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/>
          </p:nvPr>
        </p:nvSpPr>
        <p:spPr>
          <a:xfrm>
            <a:off x="4114800" y="1055160"/>
            <a:ext cx="53074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"/>
          <p:cNvSpPr/>
          <p:nvPr/>
        </p:nvSpPr>
        <p:spPr>
          <a:xfrm>
            <a:off x="685800" y="3429000"/>
            <a:ext cx="7314840" cy="237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&lt;form&gt; groups all controls together, action attribute defines a URL where form submissions go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&lt;input&gt; defines input field, can have varying types.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id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 is to match with labels, and helpful attribute for JavaScript.  name is the key the field that is sent on submission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Checkboxes: use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type=”checkbox”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, and different names for each input. Users choose 0 or more.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Radio buttons: use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type=”radio”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, and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the same name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 for each input in a group of buttons. Users choose exactly 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1" name=""/>
          <p:cNvPicPr/>
          <p:nvPr/>
        </p:nvPicPr>
        <p:blipFill>
          <a:blip r:embed="rId1"/>
          <a:stretch/>
        </p:blipFill>
        <p:spPr>
          <a:xfrm>
            <a:off x="7721640" y="166680"/>
            <a:ext cx="2107440" cy="294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2" name=""/>
          <p:cNvSpPr txBox="1"/>
          <p:nvPr/>
        </p:nvSpPr>
        <p:spPr>
          <a:xfrm>
            <a:off x="1092960" y="0"/>
            <a:ext cx="3936240" cy="3410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&lt;form action="localhost:3000/submit"&gt;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&lt;label for="fname"&gt;First name:&lt;/label&gt;&lt;br&gt;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&lt;input type="text" id="fname" name="fname" value=""&gt;&lt;br&gt;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&lt;label for="lname"&gt;Last name:&lt;/label&gt;&lt;br&gt;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&lt;input type="text" id="lname" name="lname" value=""&gt;&lt;br&gt;&lt;br&gt;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&lt;p&gt;Choose a profession&lt;/p&gt;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&lt;input type="radio" id="html" name="profession" value="HTML"&gt;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&lt;label for="html"&gt;Frontend Developer&lt;/label&gt;&lt;br&gt;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&lt;input type="radio" id="css" name="profession" value="CSS"&gt;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&lt;label for="css"&gt;Full Stack Developer&lt;/label&gt;&lt;br&gt;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&lt;input type="radio" id="javascript" name="profession" value="JavaScript"&gt;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&lt;label for="javascript"&gt;Backend Developer&lt;/label&gt;&lt;br&gt;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&lt;p&gt;Choose the languages you know&lt;/p&gt;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&lt;input type="checkbox" id="language1" name="language1" value="HTML"&gt;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&lt;label for="language1"&gt;HTML&lt;/label&gt;&lt;br&gt;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&lt;input type="checkbox" id="language2" name="language2" value="CSS"&gt;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&lt;label for="language2"&gt;CSS&lt;/label&gt;&lt;br&gt;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&lt;input type="checkbox" id="language3" name="language3" value="JavaScript"&gt;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&lt;label for="language3"&gt;JavaScript&lt;/label&gt;&lt;br&gt;&lt;br&gt;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  &lt;input type="submit" value="Submit"&gt;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  <a:p>
            <a:r>
              <a:rPr lang="en-US" sz="800" b="0" u="none" strike="noStrike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Arial"/>
              </a:rPr>
              <a:t>&lt;/form&gt;</a:t>
            </a:r>
            <a:endParaRPr lang="en-US" sz="800" b="0" u="none" strike="noStrike">
              <a:solidFill>
                <a:srgbClr val="ffffff"/>
              </a:solidFill>
              <a:effectLst/>
              <a:highlight>
                <a:srgbClr val="000000"/>
              </a:highlight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Task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3924000" y="2160000"/>
            <a:ext cx="4571280" cy="1943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Implement To-Do List HTML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Add a place for users to enter tasks (input and button).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Display a list of sample tasks. Each task should have a delete button.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2955240" y="4911120"/>
            <a:ext cx="3902760" cy="60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https://www.w3schools.com/html/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68000" y="10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CSS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68000" y="1080000"/>
            <a:ext cx="3131280" cy="371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If HTML controls structure, then CSS controls appearance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Controls: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Spacing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Color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Layout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and more...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6400800" y="228600"/>
            <a:ext cx="3131280" cy="1403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Inline CSS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>
            <a:off x="6167880" y="762840"/>
            <a:ext cx="34326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&lt;body&gt;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&lt;h1 style="color: blue; text-align: center;"&gt;This is a heading&lt;/h1&gt;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&lt;p style="color: red; font-size: 16px;"&gt;This is a paragraph.&lt;/p&gt;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&lt;/body&gt;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>
            <a:off x="6400800" y="228600"/>
            <a:ext cx="3131280" cy="140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Inline CSS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6172200" y="2057400"/>
            <a:ext cx="3131280" cy="140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Internal CSS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6230520" y="2622240"/>
            <a:ext cx="291276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&lt;style&gt;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        body {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            background-color: linen;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        }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&lt;/style&gt;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6172200" y="3625200"/>
            <a:ext cx="3131280" cy="140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External CSS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"/>
          <p:cNvPicPr/>
          <p:nvPr/>
        </p:nvPicPr>
        <p:blipFill>
          <a:blip r:embed="rId1"/>
          <a:stretch/>
        </p:blipFill>
        <p:spPr>
          <a:xfrm>
            <a:off x="5715000" y="4315320"/>
            <a:ext cx="3428280" cy="11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132120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CSS Selectors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3200400" y="1055160"/>
            <a:ext cx="62218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Class selectors: Add . Before selector name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ID selectors: Add # Before selector name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Add the appropriate attribute in the HTML first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1143000" y="1055160"/>
            <a:ext cx="22856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selector {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  property: value;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}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8" name=""/>
          <p:cNvPicPr/>
          <p:nvPr/>
        </p:nvPicPr>
        <p:blipFill>
          <a:blip r:embed="rId1"/>
          <a:stretch/>
        </p:blipFill>
        <p:spPr>
          <a:xfrm>
            <a:off x="2971800" y="2743200"/>
            <a:ext cx="2971080" cy="2403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9" name=""/>
          <p:cNvPicPr/>
          <p:nvPr/>
        </p:nvPicPr>
        <p:blipFill>
          <a:blip r:embed="rId2"/>
          <a:stretch/>
        </p:blipFill>
        <p:spPr>
          <a:xfrm>
            <a:off x="6046200" y="2514600"/>
            <a:ext cx="3097080" cy="297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0" name=""/>
          <p:cNvPicPr/>
          <p:nvPr/>
        </p:nvPicPr>
        <p:blipFill>
          <a:blip r:embed="rId3"/>
          <a:stretch/>
        </p:blipFill>
        <p:spPr>
          <a:xfrm>
            <a:off x="0" y="3429000"/>
            <a:ext cx="2959200" cy="913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132120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CSS Page Styling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/>
          </p:nvPr>
        </p:nvSpPr>
        <p:spPr>
          <a:xfrm>
            <a:off x="3886200" y="1371600"/>
            <a:ext cx="62218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Apply styling to the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body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 component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font-family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: Determines what type of font we are using. First font is always used, other fonts in list are simply fallback options. serif and sans-serif are families.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background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: Background color. Use rgb or hex values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color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: text-color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width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 &amp;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height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: Element dimensions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"/>
          <p:cNvSpPr/>
          <p:nvPr/>
        </p:nvSpPr>
        <p:spPr>
          <a:xfrm>
            <a:off x="1143000" y="1055160"/>
            <a:ext cx="1986120" cy="201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14" name=""/>
          <p:cNvPicPr/>
          <p:nvPr/>
        </p:nvPicPr>
        <p:blipFill>
          <a:blip r:embed="rId1"/>
          <a:stretch/>
        </p:blipFill>
        <p:spPr>
          <a:xfrm>
            <a:off x="0" y="1371600"/>
            <a:ext cx="4008600" cy="188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"/>
          <p:cNvSpPr/>
          <p:nvPr/>
        </p:nvSpPr>
        <p:spPr>
          <a:xfrm>
            <a:off x="914400" y="3886200"/>
            <a:ext cx="33062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Fixed: px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Relative to parent container: %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Relative to viewport: vw/vh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Relative to font: em/rem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132120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CSS Display Options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914760" y="1055520"/>
            <a:ext cx="1599480" cy="351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2971800" y="1055160"/>
            <a:ext cx="3199680" cy="351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Flexbox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6629400" y="1055160"/>
            <a:ext cx="2056680" cy="351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Grid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0" name=""/>
          <p:cNvPicPr/>
          <p:nvPr/>
        </p:nvPicPr>
        <p:blipFill>
          <a:blip r:embed="rId1"/>
          <a:stretch/>
        </p:blipFill>
        <p:spPr>
          <a:xfrm>
            <a:off x="1011960" y="4343400"/>
            <a:ext cx="1044720" cy="132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1" name=""/>
          <p:cNvPicPr/>
          <p:nvPr/>
        </p:nvPicPr>
        <p:blipFill>
          <a:blip r:embed="rId2"/>
          <a:stretch/>
        </p:blipFill>
        <p:spPr>
          <a:xfrm>
            <a:off x="1012320" y="2971800"/>
            <a:ext cx="1044720" cy="132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2" name=""/>
          <p:cNvPicPr/>
          <p:nvPr/>
        </p:nvPicPr>
        <p:blipFill>
          <a:blip r:embed="rId3"/>
          <a:stretch/>
        </p:blipFill>
        <p:spPr>
          <a:xfrm>
            <a:off x="2612160" y="2102040"/>
            <a:ext cx="1044720" cy="132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3" name=""/>
          <p:cNvPicPr/>
          <p:nvPr/>
        </p:nvPicPr>
        <p:blipFill>
          <a:blip r:embed="rId4"/>
          <a:stretch/>
        </p:blipFill>
        <p:spPr>
          <a:xfrm>
            <a:off x="3755160" y="2102040"/>
            <a:ext cx="816120" cy="132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4" name=""/>
          <p:cNvPicPr/>
          <p:nvPr/>
        </p:nvPicPr>
        <p:blipFill>
          <a:blip r:embed="rId5"/>
          <a:stretch/>
        </p:blipFill>
        <p:spPr>
          <a:xfrm>
            <a:off x="4572000" y="2102040"/>
            <a:ext cx="1828080" cy="132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5" name=""/>
          <p:cNvPicPr/>
          <p:nvPr/>
        </p:nvPicPr>
        <p:blipFill>
          <a:blip r:embed="rId6"/>
          <a:stretch/>
        </p:blipFill>
        <p:spPr>
          <a:xfrm>
            <a:off x="1012320" y="1600200"/>
            <a:ext cx="1044720" cy="132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6" name=""/>
          <p:cNvPicPr/>
          <p:nvPr/>
        </p:nvPicPr>
        <p:blipFill>
          <a:blip r:embed="rId7"/>
          <a:stretch/>
        </p:blipFill>
        <p:spPr>
          <a:xfrm>
            <a:off x="7086600" y="1828800"/>
            <a:ext cx="1044720" cy="114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7" name=""/>
          <p:cNvPicPr/>
          <p:nvPr/>
        </p:nvPicPr>
        <p:blipFill>
          <a:blip r:embed="rId8"/>
          <a:stretch/>
        </p:blipFill>
        <p:spPr>
          <a:xfrm>
            <a:off x="8229600" y="1828800"/>
            <a:ext cx="1044720" cy="114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8" name=""/>
          <p:cNvPicPr/>
          <p:nvPr/>
        </p:nvPicPr>
        <p:blipFill>
          <a:blip r:embed="rId9"/>
          <a:stretch/>
        </p:blipFill>
        <p:spPr>
          <a:xfrm>
            <a:off x="7086600" y="3016800"/>
            <a:ext cx="1044720" cy="132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9" name=""/>
          <p:cNvPicPr/>
          <p:nvPr/>
        </p:nvPicPr>
        <p:blipFill>
          <a:blip r:embed="rId10"/>
          <a:stretch/>
        </p:blipFill>
        <p:spPr>
          <a:xfrm>
            <a:off x="8229600" y="3016800"/>
            <a:ext cx="1044720" cy="132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0" name=""/>
          <p:cNvPicPr/>
          <p:nvPr/>
        </p:nvPicPr>
        <p:blipFill>
          <a:blip r:embed="rId11"/>
          <a:stretch/>
        </p:blipFill>
        <p:spPr>
          <a:xfrm>
            <a:off x="7086960" y="4343400"/>
            <a:ext cx="2285280" cy="132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1" name=""/>
          <p:cNvSpPr/>
          <p:nvPr/>
        </p:nvSpPr>
        <p:spPr>
          <a:xfrm>
            <a:off x="3200400" y="1490760"/>
            <a:ext cx="1986480" cy="10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display: flex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"/>
          <p:cNvSpPr/>
          <p:nvPr/>
        </p:nvSpPr>
        <p:spPr>
          <a:xfrm>
            <a:off x="1011960" y="1371600"/>
            <a:ext cx="1986480" cy="10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display: block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7315200" y="1371600"/>
            <a:ext cx="2057040" cy="64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display: grid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"/>
          <p:cNvPicPr/>
          <p:nvPr/>
        </p:nvPicPr>
        <p:blipFill>
          <a:blip r:embed="rId1"/>
          <a:stretch/>
        </p:blipFill>
        <p:spPr>
          <a:xfrm>
            <a:off x="6858000" y="1828800"/>
            <a:ext cx="2514240" cy="137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CSS </a:t>
            </a: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Flexbox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6" name=""/>
          <p:cNvPicPr/>
          <p:nvPr/>
        </p:nvPicPr>
        <p:blipFill>
          <a:blip r:embed="rId2"/>
          <a:stretch/>
        </p:blipFill>
        <p:spPr>
          <a:xfrm>
            <a:off x="2743200" y="1143000"/>
            <a:ext cx="2514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7" name=""/>
          <p:cNvPicPr/>
          <p:nvPr/>
        </p:nvPicPr>
        <p:blipFill>
          <a:blip r:embed="rId3"/>
          <a:stretch/>
        </p:blipFill>
        <p:spPr>
          <a:xfrm>
            <a:off x="2971800" y="11430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8" name=""/>
          <p:cNvPicPr/>
          <p:nvPr/>
        </p:nvPicPr>
        <p:blipFill>
          <a:blip r:embed="rId4"/>
          <a:stretch/>
        </p:blipFill>
        <p:spPr>
          <a:xfrm>
            <a:off x="2743200" y="1625760"/>
            <a:ext cx="2514240" cy="43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9" name=""/>
          <p:cNvSpPr/>
          <p:nvPr/>
        </p:nvSpPr>
        <p:spPr>
          <a:xfrm>
            <a:off x="1011960" y="980280"/>
            <a:ext cx="2009520" cy="28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-new"/>
              </a:rPr>
              <a:t>justify-content:</a:t>
            </a:r>
            <a:br>
              <a:rPr sz="15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urier-new"/>
              </a:rPr>
              <a:t>flex-start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urier-new"/>
              </a:rPr>
              <a:t>flex-end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urier-new"/>
              </a:rPr>
              <a:t>center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600"/>
            </a:b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urier-new"/>
              </a:rPr>
              <a:t>space-between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urier-new"/>
              </a:rPr>
              <a:t>space-evenly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0" name=""/>
          <p:cNvPicPr/>
          <p:nvPr/>
        </p:nvPicPr>
        <p:blipFill>
          <a:blip r:embed="rId5"/>
          <a:stretch/>
        </p:blipFill>
        <p:spPr>
          <a:xfrm>
            <a:off x="2743200" y="2076840"/>
            <a:ext cx="2514240" cy="43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1" name=""/>
          <p:cNvPicPr/>
          <p:nvPr/>
        </p:nvPicPr>
        <p:blipFill>
          <a:blip r:embed="rId6"/>
          <a:stretch/>
        </p:blipFill>
        <p:spPr>
          <a:xfrm>
            <a:off x="2743200" y="2743200"/>
            <a:ext cx="2514240" cy="43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2" name=""/>
          <p:cNvPicPr/>
          <p:nvPr/>
        </p:nvPicPr>
        <p:blipFill>
          <a:blip r:embed="rId7"/>
          <a:stretch/>
        </p:blipFill>
        <p:spPr>
          <a:xfrm>
            <a:off x="2743200" y="3225960"/>
            <a:ext cx="2514240" cy="43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3" name=""/>
          <p:cNvPicPr/>
          <p:nvPr/>
        </p:nvPicPr>
        <p:blipFill>
          <a:blip r:embed="rId8"/>
          <a:stretch/>
        </p:blipFill>
        <p:spPr>
          <a:xfrm>
            <a:off x="3200400" y="11430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4" name=""/>
          <p:cNvPicPr/>
          <p:nvPr/>
        </p:nvPicPr>
        <p:blipFill>
          <a:blip r:embed="rId9"/>
          <a:stretch/>
        </p:blipFill>
        <p:spPr>
          <a:xfrm>
            <a:off x="3429000" y="11430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5" name=""/>
          <p:cNvPicPr/>
          <p:nvPr/>
        </p:nvPicPr>
        <p:blipFill>
          <a:blip r:embed="rId10"/>
          <a:stretch/>
        </p:blipFill>
        <p:spPr>
          <a:xfrm>
            <a:off x="3657600" y="11430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6" name=""/>
          <p:cNvPicPr/>
          <p:nvPr/>
        </p:nvPicPr>
        <p:blipFill>
          <a:blip r:embed="rId11"/>
          <a:stretch/>
        </p:blipFill>
        <p:spPr>
          <a:xfrm>
            <a:off x="4800600" y="16002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7" name=""/>
          <p:cNvPicPr/>
          <p:nvPr/>
        </p:nvPicPr>
        <p:blipFill>
          <a:blip r:embed="rId12"/>
          <a:stretch/>
        </p:blipFill>
        <p:spPr>
          <a:xfrm>
            <a:off x="4572000" y="16002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8" name=""/>
          <p:cNvPicPr/>
          <p:nvPr/>
        </p:nvPicPr>
        <p:blipFill>
          <a:blip r:embed="rId13"/>
          <a:stretch/>
        </p:blipFill>
        <p:spPr>
          <a:xfrm>
            <a:off x="4343400" y="16002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9" name=""/>
          <p:cNvPicPr/>
          <p:nvPr/>
        </p:nvPicPr>
        <p:blipFill>
          <a:blip r:embed="rId14"/>
          <a:stretch/>
        </p:blipFill>
        <p:spPr>
          <a:xfrm>
            <a:off x="4114800" y="16002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0" name=""/>
          <p:cNvPicPr/>
          <p:nvPr/>
        </p:nvPicPr>
        <p:blipFill>
          <a:blip r:embed="rId15"/>
          <a:stretch/>
        </p:blipFill>
        <p:spPr>
          <a:xfrm>
            <a:off x="3429000" y="20574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1" name=""/>
          <p:cNvPicPr/>
          <p:nvPr/>
        </p:nvPicPr>
        <p:blipFill>
          <a:blip r:embed="rId16"/>
          <a:stretch/>
        </p:blipFill>
        <p:spPr>
          <a:xfrm>
            <a:off x="3657600" y="20574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2" name=""/>
          <p:cNvPicPr/>
          <p:nvPr/>
        </p:nvPicPr>
        <p:blipFill>
          <a:blip r:embed="rId17"/>
          <a:stretch/>
        </p:blipFill>
        <p:spPr>
          <a:xfrm>
            <a:off x="3886200" y="20574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3" name=""/>
          <p:cNvPicPr/>
          <p:nvPr/>
        </p:nvPicPr>
        <p:blipFill>
          <a:blip r:embed="rId18"/>
          <a:stretch/>
        </p:blipFill>
        <p:spPr>
          <a:xfrm>
            <a:off x="4114800" y="20574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4" name=""/>
          <p:cNvPicPr/>
          <p:nvPr/>
        </p:nvPicPr>
        <p:blipFill>
          <a:blip r:embed="rId19"/>
          <a:stretch/>
        </p:blipFill>
        <p:spPr>
          <a:xfrm>
            <a:off x="4343400" y="20574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"/>
          <p:cNvPicPr/>
          <p:nvPr/>
        </p:nvPicPr>
        <p:blipFill>
          <a:blip r:embed="rId20"/>
          <a:stretch/>
        </p:blipFill>
        <p:spPr>
          <a:xfrm>
            <a:off x="3657600" y="32004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6" name=""/>
          <p:cNvPicPr/>
          <p:nvPr/>
        </p:nvPicPr>
        <p:blipFill>
          <a:blip r:embed="rId21"/>
          <a:stretch/>
        </p:blipFill>
        <p:spPr>
          <a:xfrm>
            <a:off x="3429000" y="27432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7" name=""/>
          <p:cNvPicPr/>
          <p:nvPr/>
        </p:nvPicPr>
        <p:blipFill>
          <a:blip r:embed="rId22"/>
          <a:stretch/>
        </p:blipFill>
        <p:spPr>
          <a:xfrm>
            <a:off x="3886200" y="27432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8" name=""/>
          <p:cNvPicPr/>
          <p:nvPr/>
        </p:nvPicPr>
        <p:blipFill>
          <a:blip r:embed="rId23"/>
          <a:stretch/>
        </p:blipFill>
        <p:spPr>
          <a:xfrm>
            <a:off x="4800600" y="271764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9" name=""/>
          <p:cNvPicPr/>
          <p:nvPr/>
        </p:nvPicPr>
        <p:blipFill>
          <a:blip r:embed="rId24"/>
          <a:stretch/>
        </p:blipFill>
        <p:spPr>
          <a:xfrm>
            <a:off x="4343400" y="27432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0" name=""/>
          <p:cNvPicPr/>
          <p:nvPr/>
        </p:nvPicPr>
        <p:blipFill>
          <a:blip r:embed="rId25"/>
          <a:stretch/>
        </p:blipFill>
        <p:spPr>
          <a:xfrm>
            <a:off x="3200400" y="32004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1" name=""/>
          <p:cNvPicPr/>
          <p:nvPr/>
        </p:nvPicPr>
        <p:blipFill>
          <a:blip r:embed="rId26"/>
          <a:stretch/>
        </p:blipFill>
        <p:spPr>
          <a:xfrm>
            <a:off x="2972160" y="271764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2" name=""/>
          <p:cNvPicPr/>
          <p:nvPr/>
        </p:nvPicPr>
        <p:blipFill>
          <a:blip r:embed="rId27"/>
          <a:stretch/>
        </p:blipFill>
        <p:spPr>
          <a:xfrm>
            <a:off x="4114800" y="32004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3" name=""/>
          <p:cNvPicPr/>
          <p:nvPr/>
        </p:nvPicPr>
        <p:blipFill>
          <a:blip r:embed="rId28"/>
          <a:stretch/>
        </p:blipFill>
        <p:spPr>
          <a:xfrm>
            <a:off x="4572000" y="32004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"/>
          <p:cNvPicPr/>
          <p:nvPr/>
        </p:nvPicPr>
        <p:blipFill>
          <a:blip r:embed="rId29"/>
          <a:stretch/>
        </p:blipFill>
        <p:spPr>
          <a:xfrm>
            <a:off x="7086600" y="457200"/>
            <a:ext cx="2514240" cy="137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5" name=""/>
          <p:cNvSpPr/>
          <p:nvPr/>
        </p:nvSpPr>
        <p:spPr>
          <a:xfrm>
            <a:off x="5825880" y="685800"/>
            <a:ext cx="1717560" cy="49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align-items:</a:t>
            </a:r>
            <a:br>
              <a:rPr sz="1500"/>
            </a:b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flex-start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500"/>
            </a:b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flex-end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500"/>
            </a:b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center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500"/>
            </a:b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stretch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800"/>
            </a:b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6" name=""/>
          <p:cNvPicPr/>
          <p:nvPr/>
        </p:nvPicPr>
        <p:blipFill>
          <a:blip r:embed="rId30"/>
          <a:stretch/>
        </p:blipFill>
        <p:spPr>
          <a:xfrm>
            <a:off x="7130160" y="2978640"/>
            <a:ext cx="2514240" cy="137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7" name=""/>
          <p:cNvPicPr/>
          <p:nvPr/>
        </p:nvPicPr>
        <p:blipFill>
          <a:blip r:embed="rId31"/>
          <a:stretch/>
        </p:blipFill>
        <p:spPr>
          <a:xfrm>
            <a:off x="7086600" y="4114800"/>
            <a:ext cx="2514240" cy="137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8" name=""/>
          <p:cNvPicPr/>
          <p:nvPr/>
        </p:nvPicPr>
        <p:blipFill>
          <a:blip r:embed="rId32"/>
          <a:stretch/>
        </p:blipFill>
        <p:spPr>
          <a:xfrm>
            <a:off x="8001000" y="4343400"/>
            <a:ext cx="457200" cy="91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9" name=""/>
          <p:cNvPicPr/>
          <p:nvPr/>
        </p:nvPicPr>
        <p:blipFill>
          <a:blip r:embed="rId33"/>
          <a:stretch/>
        </p:blipFill>
        <p:spPr>
          <a:xfrm>
            <a:off x="7772400" y="4343400"/>
            <a:ext cx="228240" cy="91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0" name=""/>
          <p:cNvPicPr/>
          <p:nvPr/>
        </p:nvPicPr>
        <p:blipFill>
          <a:blip r:embed="rId34"/>
          <a:stretch/>
        </p:blipFill>
        <p:spPr>
          <a:xfrm>
            <a:off x="8458560" y="4350240"/>
            <a:ext cx="456840" cy="91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"/>
          <p:cNvPicPr/>
          <p:nvPr/>
        </p:nvPicPr>
        <p:blipFill>
          <a:blip r:embed="rId35"/>
          <a:stretch/>
        </p:blipFill>
        <p:spPr>
          <a:xfrm>
            <a:off x="8458200" y="342900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2" name=""/>
          <p:cNvPicPr/>
          <p:nvPr/>
        </p:nvPicPr>
        <p:blipFill>
          <a:blip r:embed="rId36"/>
          <a:stretch/>
        </p:blipFill>
        <p:spPr>
          <a:xfrm>
            <a:off x="8001000" y="3429720"/>
            <a:ext cx="456840" cy="4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3" name=""/>
          <p:cNvPicPr/>
          <p:nvPr/>
        </p:nvPicPr>
        <p:blipFill>
          <a:blip r:embed="rId37"/>
          <a:stretch/>
        </p:blipFill>
        <p:spPr>
          <a:xfrm>
            <a:off x="7772400" y="34290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4" name=""/>
          <p:cNvPicPr/>
          <p:nvPr/>
        </p:nvPicPr>
        <p:blipFill>
          <a:blip r:embed="rId38"/>
          <a:stretch/>
        </p:blipFill>
        <p:spPr>
          <a:xfrm>
            <a:off x="7543800" y="25146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5" name=""/>
          <p:cNvPicPr/>
          <p:nvPr/>
        </p:nvPicPr>
        <p:blipFill>
          <a:blip r:embed="rId39"/>
          <a:stretch/>
        </p:blipFill>
        <p:spPr>
          <a:xfrm>
            <a:off x="7772400" y="251460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6" name=""/>
          <p:cNvPicPr/>
          <p:nvPr/>
        </p:nvPicPr>
        <p:blipFill>
          <a:blip r:embed="rId40"/>
          <a:stretch/>
        </p:blipFill>
        <p:spPr>
          <a:xfrm>
            <a:off x="8229600" y="251460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7" name=""/>
          <p:cNvPicPr/>
          <p:nvPr/>
        </p:nvPicPr>
        <p:blipFill>
          <a:blip r:embed="rId41"/>
          <a:stretch/>
        </p:blipFill>
        <p:spPr>
          <a:xfrm>
            <a:off x="7543800" y="685800"/>
            <a:ext cx="2282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8" name=""/>
          <p:cNvPicPr/>
          <p:nvPr/>
        </p:nvPicPr>
        <p:blipFill>
          <a:blip r:embed="rId42"/>
          <a:stretch/>
        </p:blipFill>
        <p:spPr>
          <a:xfrm>
            <a:off x="7822440" y="68580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9" name=""/>
          <p:cNvPicPr/>
          <p:nvPr/>
        </p:nvPicPr>
        <p:blipFill>
          <a:blip r:embed="rId43"/>
          <a:stretch/>
        </p:blipFill>
        <p:spPr>
          <a:xfrm>
            <a:off x="8229600" y="68580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0" name=""/>
          <p:cNvSpPr/>
          <p:nvPr/>
        </p:nvSpPr>
        <p:spPr>
          <a:xfrm>
            <a:off x="228600" y="3886200"/>
            <a:ext cx="5490360" cy="166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Other common options:</a:t>
            </a:r>
            <a:br>
              <a:rPr sz="1800"/>
            </a:b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align-self: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Overrides align-items for particular item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flex-grow: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how much space an an element takes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along the axis.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flex-shrink: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allows item to shrink if necessary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-new"/>
              </a:rPr>
              <a:t>flex-wrap: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wraps content to multiple lines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5241960" y="5268240"/>
            <a:ext cx="5502240" cy="28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44"/>
              </a:rPr>
              <a:t>https://css-tricks.com/snippets/css/a-guide-to-flexbox/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132120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CSS Padding and Margins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1600200" y="1055160"/>
            <a:ext cx="8000280" cy="39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Padding: Extra space </a:t>
            </a: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inside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 an element.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Margin: Extra space </a:t>
            </a: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outside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 an element.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Tips: Add -left, -right, -top, -bottom to control spacing in a particular direction. Or use multiple values for the margin or padding property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34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1899360" y="2514600"/>
            <a:ext cx="290052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h1 {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  margin: 10px 10px;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}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>
            <a:off x="6172200" y="2514600"/>
            <a:ext cx="358632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h1 {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  padding: 10px 10px 5px 1px;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}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1899720" y="4069800"/>
            <a:ext cx="290052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h1 {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  margin-left: 10px;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  margin-right: 10px;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  margin-top: 10px;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  margin-bottom: 10px;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}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"/>
          <p:cNvSpPr/>
          <p:nvPr/>
        </p:nvSpPr>
        <p:spPr>
          <a:xfrm>
            <a:off x="1828800" y="3539880"/>
            <a:ext cx="17179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ef3d5"/>
                </a:solidFill>
                <a:effectLst/>
                <a:uFillTx/>
                <a:latin typeface="Arial"/>
              </a:rPr>
              <a:t>Is equivalent 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>
            <a:off x="6172200" y="3657600"/>
            <a:ext cx="290052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h1 {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  padding-top: 10px;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  padding-right: 10px;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  padding-bottom: 5px;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  padding-left: 1px;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}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"/>
          <p:cNvSpPr/>
          <p:nvPr/>
        </p:nvSpPr>
        <p:spPr>
          <a:xfrm>
            <a:off x="6511320" y="3311280"/>
            <a:ext cx="17179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ef3d5"/>
                </a:solidFill>
                <a:effectLst/>
                <a:uFillTx/>
                <a:latin typeface="Arial"/>
              </a:rPr>
              <a:t>Is equivalent 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Task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3924000" y="2171520"/>
            <a:ext cx="4571280" cy="1943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Implement To-Do List CSS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It should look similar to this: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2" name=""/>
          <p:cNvPicPr/>
          <p:nvPr/>
        </p:nvPicPr>
        <p:blipFill>
          <a:blip r:embed="rId1"/>
          <a:stretch/>
        </p:blipFill>
        <p:spPr>
          <a:xfrm>
            <a:off x="3782160" y="2971800"/>
            <a:ext cx="3990240" cy="205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3" name=""/>
          <p:cNvSpPr txBox="1"/>
          <p:nvPr/>
        </p:nvSpPr>
        <p:spPr>
          <a:xfrm>
            <a:off x="2971800" y="5029200"/>
            <a:ext cx="411480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2"/>
              </a:rPr>
              <a:t>https://www.w3schools.com/css/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4"/>
          <p:cNvSpPr/>
          <p:nvPr/>
        </p:nvSpPr>
        <p:spPr>
          <a:xfrm>
            <a:off x="468360" y="108000"/>
            <a:ext cx="9071280" cy="94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JavaScript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11"/>
          <p:cNvSpPr/>
          <p:nvPr/>
        </p:nvSpPr>
        <p:spPr>
          <a:xfrm>
            <a:off x="468360" y="1080000"/>
            <a:ext cx="3131280" cy="37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Adds behavior to web pages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Responds to user actions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Dynamically changes HTML and CSS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Runs in the browser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TLDR: It’s what makes the UIs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Functional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title"/>
          </p:nvPr>
        </p:nvSpPr>
        <p:spPr>
          <a:xfrm>
            <a:off x="132120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JavaScript variables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"/>
          <p:cNvSpPr/>
          <p:nvPr/>
        </p:nvSpPr>
        <p:spPr>
          <a:xfrm>
            <a:off x="1600200" y="1055160"/>
            <a:ext cx="8000280" cy="39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8" name=""/>
          <p:cNvPicPr/>
          <p:nvPr/>
        </p:nvPicPr>
        <p:blipFill>
          <a:blip r:embed="rId1"/>
          <a:stretch/>
        </p:blipFill>
        <p:spPr>
          <a:xfrm>
            <a:off x="2514600" y="934200"/>
            <a:ext cx="4800240" cy="149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"/>
          <p:cNvSpPr/>
          <p:nvPr/>
        </p:nvSpPr>
        <p:spPr>
          <a:xfrm>
            <a:off x="2322720" y="2662560"/>
            <a:ext cx="5293440" cy="22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JavaScript is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dynamically typed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Declare variables with let, var, or const.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let: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dynamic, variables can change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var: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same as let*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const: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variables cannot change once declared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var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is typically globally scoped, and can redeclare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variables with the same values.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132120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85000" lnSpcReduction="9999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JavaScript loops and conditionals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1600200" y="1055160"/>
            <a:ext cx="8000280" cy="39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1098720" y="2514600"/>
            <a:ext cx="3701520" cy="85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Conditionals use if/else, same as many programming languages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3" name=""/>
          <p:cNvPicPr/>
          <p:nvPr/>
        </p:nvPicPr>
        <p:blipFill>
          <a:blip r:embed="rId1"/>
          <a:stretch/>
        </p:blipFill>
        <p:spPr>
          <a:xfrm>
            <a:off x="5257800" y="914400"/>
            <a:ext cx="4618080" cy="152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4" name=""/>
          <p:cNvPicPr/>
          <p:nvPr/>
        </p:nvPicPr>
        <p:blipFill>
          <a:blip r:embed="rId2"/>
          <a:stretch/>
        </p:blipFill>
        <p:spPr>
          <a:xfrm>
            <a:off x="457200" y="914400"/>
            <a:ext cx="4618080" cy="152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"/>
          <p:cNvSpPr/>
          <p:nvPr/>
        </p:nvSpPr>
        <p:spPr>
          <a:xfrm>
            <a:off x="5029200" y="2514600"/>
            <a:ext cx="3701520" cy="29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Traditional for loop: Use an iterator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for … of loop: Iterates through values of elements in array/map/object directly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for … in loop: Iterates through keys of elements in an object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while loop: Iterate as long 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Condition is true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132120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JavaScript Arrays and Objects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>
            <a:off x="1600200" y="1055160"/>
            <a:ext cx="8000280" cy="39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685800" y="2514600"/>
            <a:ext cx="4343400" cy="33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Arrays stored </a:t>
            </a: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ordered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list of items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add to array, use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push()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remove last item, use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pop()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Length of array: use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.length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property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elements with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[]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Filter function: Removes elements that do not meet filter requirements, resulting in a new array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 function: Transform each item in an array, resulting in a new array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"/>
          <p:cNvSpPr/>
          <p:nvPr/>
        </p:nvSpPr>
        <p:spPr>
          <a:xfrm>
            <a:off x="4800600" y="2513520"/>
            <a:ext cx="4572000" cy="41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Objects store an </a:t>
            </a: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unordered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collection of variables in key-value pairs. Keys are strings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Initialize with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{}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Keys also known as property. To access a property of an object, use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.property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or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[property]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Accessing properties that do not exist will return a value of undefined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can also define functions as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values of keys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0" name=""/>
          <p:cNvPicPr/>
          <p:nvPr/>
        </p:nvPicPr>
        <p:blipFill>
          <a:blip r:embed="rId1"/>
          <a:stretch/>
        </p:blipFill>
        <p:spPr>
          <a:xfrm>
            <a:off x="5029200" y="914400"/>
            <a:ext cx="3950280" cy="1599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1" name=""/>
          <p:cNvPicPr/>
          <p:nvPr/>
        </p:nvPicPr>
        <p:blipFill>
          <a:blip r:embed="rId2"/>
          <a:stretch/>
        </p:blipFill>
        <p:spPr>
          <a:xfrm>
            <a:off x="761760" y="908640"/>
            <a:ext cx="4038840" cy="1605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132120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JavaScript Maps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"/>
          <p:cNvSpPr/>
          <p:nvPr/>
        </p:nvSpPr>
        <p:spPr>
          <a:xfrm>
            <a:off x="1600200" y="1055160"/>
            <a:ext cx="8000280" cy="39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"/>
          <p:cNvSpPr/>
          <p:nvPr/>
        </p:nvSpPr>
        <p:spPr>
          <a:xfrm>
            <a:off x="1371600" y="1055160"/>
            <a:ext cx="3885840" cy="511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Maps are a special type of object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Keys can be any type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Maps remember insertion order of keys, and maps are iterables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Create Maps using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new Map()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 or add using set()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Get value of key using get()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Get size of map using .size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Delete with delete(key)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.has to determine if a key exists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.forEach can be used to run a function that loops over each key/value pair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5" name=""/>
          <p:cNvPicPr/>
          <p:nvPr/>
        </p:nvPicPr>
        <p:blipFill>
          <a:blip r:embed="rId1"/>
          <a:stretch/>
        </p:blipFill>
        <p:spPr>
          <a:xfrm>
            <a:off x="5029200" y="1600200"/>
            <a:ext cx="4899600" cy="288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132120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JavaScript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"/>
          <p:cNvSpPr/>
          <p:nvPr/>
        </p:nvSpPr>
        <p:spPr>
          <a:xfrm>
            <a:off x="1600200" y="1055160"/>
            <a:ext cx="8000280" cy="39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>
            <a:off x="1371600" y="1055160"/>
            <a:ext cx="388584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Reusable blocks of code that execute only when called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Increases modularity and reduces duplication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Functions are hoisted, can be called before they are actually defined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9" name=""/>
          <p:cNvPicPr/>
          <p:nvPr/>
        </p:nvPicPr>
        <p:blipFill>
          <a:blip r:embed="rId1"/>
          <a:stretch/>
        </p:blipFill>
        <p:spPr>
          <a:xfrm>
            <a:off x="5715000" y="3657600"/>
            <a:ext cx="4343040" cy="136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0" name=""/>
          <p:cNvPicPr/>
          <p:nvPr/>
        </p:nvPicPr>
        <p:blipFill>
          <a:blip r:embed="rId2"/>
          <a:stretch/>
        </p:blipFill>
        <p:spPr>
          <a:xfrm>
            <a:off x="5486400" y="1500840"/>
            <a:ext cx="4456080" cy="157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1" name=""/>
          <p:cNvPicPr/>
          <p:nvPr/>
        </p:nvPicPr>
        <p:blipFill>
          <a:blip r:embed="rId3"/>
          <a:stretch/>
        </p:blipFill>
        <p:spPr>
          <a:xfrm>
            <a:off x="1143000" y="3629880"/>
            <a:ext cx="4456080" cy="11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2" name=""/>
          <p:cNvSpPr/>
          <p:nvPr/>
        </p:nvSpPr>
        <p:spPr>
          <a:xfrm>
            <a:off x="1371600" y="3200400"/>
            <a:ext cx="287856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use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function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keyword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6460560" y="1143000"/>
            <a:ext cx="1997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Arrow functions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"/>
          <p:cNvSpPr/>
          <p:nvPr/>
        </p:nvSpPr>
        <p:spPr>
          <a:xfrm>
            <a:off x="6172200" y="3311280"/>
            <a:ext cx="2022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Async functions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132156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JavaScript Promises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"/>
          <p:cNvSpPr/>
          <p:nvPr/>
        </p:nvSpPr>
        <p:spPr>
          <a:xfrm>
            <a:off x="1600200" y="1055160"/>
            <a:ext cx="8000280" cy="39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>
            <a:off x="1143000" y="965880"/>
            <a:ext cx="4114440" cy="24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 representing values that exist in the future, important for asynchronous ops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Examples: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fetching data, timers, file loading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Pending: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 state, operation not completed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Fulfilled: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Operation successfully completed. Promise now has a value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Rejected: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Operation returned an error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"/>
          <p:cNvSpPr/>
          <p:nvPr/>
        </p:nvSpPr>
        <p:spPr>
          <a:xfrm>
            <a:off x="1371600" y="3082680"/>
            <a:ext cx="20354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Creating promises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"/>
          <p:cNvSpPr/>
          <p:nvPr/>
        </p:nvSpPr>
        <p:spPr>
          <a:xfrm>
            <a:off x="6400800" y="914400"/>
            <a:ext cx="25819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to use the promise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0" name=""/>
          <p:cNvPicPr/>
          <p:nvPr/>
        </p:nvPicPr>
        <p:blipFill>
          <a:blip r:embed="rId1"/>
          <a:stretch/>
        </p:blipFill>
        <p:spPr>
          <a:xfrm>
            <a:off x="1143000" y="3429000"/>
            <a:ext cx="4343040" cy="182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"/>
          <p:cNvSpPr/>
          <p:nvPr/>
        </p:nvSpPr>
        <p:spPr>
          <a:xfrm>
            <a:off x="228600" y="5257800"/>
            <a:ext cx="572904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Resolve handles value when promise fulfilled, reject handles error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2" name=""/>
          <p:cNvPicPr/>
          <p:nvPr/>
        </p:nvPicPr>
        <p:blipFill>
          <a:blip r:embed="rId2"/>
          <a:stretch/>
        </p:blipFill>
        <p:spPr>
          <a:xfrm>
            <a:off x="6764760" y="1277280"/>
            <a:ext cx="2217960" cy="119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3" name=""/>
          <p:cNvSpPr/>
          <p:nvPr/>
        </p:nvSpPr>
        <p:spPr>
          <a:xfrm>
            <a:off x="5257800" y="2481840"/>
            <a:ext cx="480024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.then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runs on resolve case, and .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catch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catches any errors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4" name=""/>
          <p:cNvPicPr/>
          <p:nvPr/>
        </p:nvPicPr>
        <p:blipFill>
          <a:blip r:embed="rId3"/>
          <a:stretch/>
        </p:blipFill>
        <p:spPr>
          <a:xfrm>
            <a:off x="6172200" y="3429000"/>
            <a:ext cx="3476520" cy="219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"/>
          <p:cNvSpPr/>
          <p:nvPr/>
        </p:nvSpPr>
        <p:spPr>
          <a:xfrm>
            <a:off x="6172200" y="2882880"/>
            <a:ext cx="34286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async/await paradigm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catch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handles all reject cases)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132156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The DOM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1600200" y="1055160"/>
            <a:ext cx="8000280" cy="39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>
            <a:off x="1143000" y="1143000"/>
            <a:ext cx="4114440" cy="330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Short for Document Object Model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object tree that browsers see, representing the HTML structure of the site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JavaScript uses the DOM to interact with the website by: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Reading HTML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Adding or removing HTML elements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Changing properties of HTML elements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Affecting content, structure, and style of page in real time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9" name=""/>
          <p:cNvPicPr/>
          <p:nvPr/>
        </p:nvPicPr>
        <p:blipFill>
          <a:blip r:embed="rId1"/>
          <a:stretch/>
        </p:blipFill>
        <p:spPr>
          <a:xfrm>
            <a:off x="5486400" y="1143000"/>
            <a:ext cx="4356000" cy="245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title"/>
          </p:nvPr>
        </p:nvSpPr>
        <p:spPr>
          <a:xfrm>
            <a:off x="132156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DOM JavaScript Essentials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1600200" y="1055160"/>
            <a:ext cx="8000280" cy="39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"/>
          <p:cNvSpPr/>
          <p:nvPr/>
        </p:nvSpPr>
        <p:spPr>
          <a:xfrm>
            <a:off x="1143000" y="1143000"/>
            <a:ext cx="4114440" cy="23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Selecting Eelements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document.getElementById –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Gets the first element that matches the id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document.getElementByClassName –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Gets all elements that have the same class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document.QuerySelector –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Get first element that match specific CSS selectors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3" name=""/>
          <p:cNvPicPr/>
          <p:nvPr/>
        </p:nvPicPr>
        <p:blipFill>
          <a:blip r:embed="rId1"/>
          <a:stretch/>
        </p:blipFill>
        <p:spPr>
          <a:xfrm>
            <a:off x="0" y="3886200"/>
            <a:ext cx="529020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4" name=""/>
          <p:cNvSpPr/>
          <p:nvPr/>
        </p:nvSpPr>
        <p:spPr>
          <a:xfrm>
            <a:off x="5257800" y="914400"/>
            <a:ext cx="4800240" cy="30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Manipulating Elements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Many ways to do so, here are common ones: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- createElement: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Creates new element, but not insert into DOM yet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- appendChild: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Appends a child element to a selected parent element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- textContent: 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Edits text that is displayed in element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- innerHTML: 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Alternative to above but allows for direct HTML injection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- style: 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Adds CSS. Use CSS properties to edit a particular style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- classList.add: 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adds a class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- classList.remove: 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removes a class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5" name=""/>
          <p:cNvPicPr/>
          <p:nvPr/>
        </p:nvPicPr>
        <p:blipFill>
          <a:blip r:embed="rId2"/>
          <a:stretch/>
        </p:blipFill>
        <p:spPr>
          <a:xfrm>
            <a:off x="5486400" y="3886200"/>
            <a:ext cx="4571640" cy="1792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132156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Listeners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"/>
          <p:cNvSpPr/>
          <p:nvPr/>
        </p:nvSpPr>
        <p:spPr>
          <a:xfrm>
            <a:off x="1600200" y="1055160"/>
            <a:ext cx="8000280" cy="39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"/>
          <p:cNvSpPr/>
          <p:nvPr/>
        </p:nvSpPr>
        <p:spPr>
          <a:xfrm>
            <a:off x="2057400" y="1064880"/>
            <a:ext cx="7086240" cy="30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Responds and “listens” to user actions (AKA Events)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Function that triggers upon a specified event taking place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Syntax: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addEventListener(event, action)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Common Events: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click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input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keydown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9" name=""/>
          <p:cNvPicPr/>
          <p:nvPr/>
        </p:nvPicPr>
        <p:blipFill>
          <a:blip r:embed="rId1"/>
          <a:stretch/>
        </p:blipFill>
        <p:spPr>
          <a:xfrm>
            <a:off x="4889880" y="2514600"/>
            <a:ext cx="4710960" cy="3021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0" name=""/>
          <p:cNvPicPr/>
          <p:nvPr/>
        </p:nvPicPr>
        <p:blipFill>
          <a:blip r:embed="rId2"/>
          <a:stretch/>
        </p:blipFill>
        <p:spPr>
          <a:xfrm>
            <a:off x="1828800" y="3886200"/>
            <a:ext cx="2742840" cy="1496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Task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/>
          </p:nvPr>
        </p:nvSpPr>
        <p:spPr>
          <a:xfrm>
            <a:off x="3924000" y="2160000"/>
            <a:ext cx="4571280" cy="1943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Put everything you learned together to complete the full To-Do list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Functionality: Add Items to list, remove items, and clear all items.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132156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React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>
            <a:off x="1600200" y="1055160"/>
            <a:ext cx="8000280" cy="39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5" name=""/>
          <p:cNvPicPr/>
          <p:nvPr/>
        </p:nvPicPr>
        <p:blipFill>
          <a:blip r:embed="rId1"/>
          <a:stretch/>
        </p:blipFill>
        <p:spPr>
          <a:xfrm>
            <a:off x="685800" y="1143000"/>
            <a:ext cx="3657240" cy="365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"/>
          <p:cNvSpPr/>
          <p:nvPr/>
        </p:nvSpPr>
        <p:spPr>
          <a:xfrm>
            <a:off x="4800600" y="914400"/>
            <a:ext cx="4113720" cy="46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React is a JavaScript library for building user interfaces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 is built from components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React automatically updates the DOM for you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describe what the UI should look like, not how to update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 JS: You control DOM elements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React: Automatic control when state changes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4572000" y="4225320"/>
            <a:ext cx="4757760" cy="608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urier new"/>
              </a:rPr>
              <a:t>npm create vite@latest todo-react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132156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useState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1600200" y="1055160"/>
            <a:ext cx="8000280" cy="39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"/>
          <p:cNvSpPr/>
          <p:nvPr/>
        </p:nvSpPr>
        <p:spPr>
          <a:xfrm>
            <a:off x="5258520" y="946080"/>
            <a:ext cx="4113720" cy="46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useState stores component data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= data that changes over 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Updating state automatically updates the UI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state change will cause a re-render of the component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 conditionally render components based on state (see 2</a:t>
            </a:r>
            <a:r>
              <a:rPr lang="en-US" sz="1600" b="0" u="none" strike="noStrike" baseline="33000">
                <a:solidFill>
                  <a:srgbClr val="000000"/>
                </a:solidFill>
                <a:effectLst/>
                <a:uFillTx/>
                <a:latin typeface="Arial"/>
              </a:rPr>
              <a:t>nd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example)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1" name=""/>
          <p:cNvPicPr/>
          <p:nvPr/>
        </p:nvPicPr>
        <p:blipFill>
          <a:blip r:embed="rId1"/>
          <a:stretch/>
        </p:blipFill>
        <p:spPr>
          <a:xfrm>
            <a:off x="77400" y="1371600"/>
            <a:ext cx="4494240" cy="1199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2" name=""/>
          <p:cNvPicPr/>
          <p:nvPr/>
        </p:nvPicPr>
        <p:blipFill>
          <a:blip r:embed="rId2"/>
          <a:stretch/>
        </p:blipFill>
        <p:spPr>
          <a:xfrm>
            <a:off x="123120" y="2934000"/>
            <a:ext cx="5134320" cy="2323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1321560" y="0"/>
            <a:ext cx="8279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wavyHeavy" strike="noStrike">
                <a:solidFill>
                  <a:srgbClr val="000000"/>
                </a:solidFill>
                <a:effectLst/>
                <a:uFillTx/>
                <a:latin typeface="Noto Sans"/>
              </a:rPr>
              <a:t>useEffect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1600200" y="1055160"/>
            <a:ext cx="8000280" cy="39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>
            <a:off x="4800600" y="914400"/>
            <a:ext cx="4113720" cy="46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Runs functions after rendering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Used for fetching data, subscribing to events, or syncing with external systems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Important to understand: 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Dependency arrays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Empty array: function runs after every render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Otherwise, function runs once initially, then only when dependencies in the list changes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6" name=""/>
          <p:cNvPicPr/>
          <p:nvPr/>
        </p:nvPicPr>
        <p:blipFill>
          <a:blip r:embed="rId1"/>
          <a:stretch/>
        </p:blipFill>
        <p:spPr>
          <a:xfrm>
            <a:off x="1143000" y="946080"/>
            <a:ext cx="3391200" cy="4298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"/>
          <p:cNvSpPr txBox="1"/>
          <p:nvPr/>
        </p:nvSpPr>
        <p:spPr>
          <a:xfrm>
            <a:off x="5257800" y="4225320"/>
            <a:ext cx="187056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2"/>
              </a:rPr>
              <a:t>https://react.dev/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4910760" y="4453920"/>
            <a:ext cx="354744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3"/>
              </a:rPr>
              <a:t>https://www.w3schools.com/react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128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504000" y="1836000"/>
            <a:ext cx="61624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ee"/>
                </a:solidFill>
                <a:effectLst/>
                <a:uFillTx/>
                <a:latin typeface="Arial"/>
                <a:hlinkClick r:id="rId1"/>
              </a:rPr>
              <a:t>https://encrypted-tbn0.gstatic.com/images?q=tbn:ANd9GcQEz5LiT5E4d9Ag8ZJGdfiP-OaBINrw8Fu_uw&amp;s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ee"/>
                </a:solidFill>
                <a:effectLst/>
                <a:uFillTx/>
                <a:latin typeface="Arial"/>
                <a:hlinkClick r:id="rId2"/>
              </a:rPr>
              <a:t>https://www.pngarts.com/explore/185921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ee"/>
                </a:solidFill>
                <a:effectLst/>
                <a:uFillTx/>
                <a:latin typeface="Arial"/>
                <a:hlinkClick r:id="rId3"/>
              </a:rPr>
              <a:t>https://www.freecodecamp.org/news/content/images/2021/09/Document.jpg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ee"/>
                </a:solidFill>
                <a:effectLst/>
                <a:uFillTx/>
                <a:latin typeface="Arial"/>
                <a:hlinkClick r:id="rId4"/>
              </a:rPr>
              <a:t>https://www.pngarts.com/files/9/Lego-Minecraft-Steve-PNG-Transparent-Image.png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ee"/>
                </a:solidFill>
                <a:effectLst/>
                <a:uFillTx/>
                <a:latin typeface="Arial"/>
                <a:hlinkClick r:id="rId5"/>
              </a:rPr>
              <a:t>https://cdn.freebiesupply.com/images/large/2x/apple-logo-transparent.png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ee"/>
                </a:solidFill>
                <a:effectLst/>
                <a:uFillTx/>
                <a:latin typeface="Arial"/>
                <a:hlinkClick r:id="rId6"/>
              </a:rPr>
              <a:t>https://react.dev/learn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"/>
          <p:cNvSpPr/>
          <p:nvPr/>
        </p:nvSpPr>
        <p:spPr>
          <a:xfrm>
            <a:off x="618480" y="4343400"/>
            <a:ext cx="303876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ee"/>
                </a:solidFill>
                <a:effectLst/>
                <a:uFillTx/>
                <a:latin typeface="Arial"/>
                <a:hlinkClick r:id="rId7"/>
              </a:rPr>
              <a:t>https://www.w3schools.com/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116</TotalTime>
  <Application>LibreOffice/25.8.4.2$Linux_X86_64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2026-01-16T12:51:00Z</dcterms:created>
  <dc:creator/>
  <dc:description>
               Grey Elegant - LibreOffice Impress Template
                    by Ahmad Bayhaqi Saputra
This template is made as an answer to Indonesian LibreOffice Community and
Gimpscape ID's call-to-arms to contribute to the 10th anniversary of
LibreOffice celebration.
Content Material :
- icons,
  This template used icons from https://material.io and https://icons8.com/icons
- illustrations,
  This template used illustrations sourced at https://icons8.com/illustrations
- Photos,
  This template used photos sourced at https://unsplash.com
Credits:
This work is licensed under the Creative Commons Attribution-ShareAlike 4.0
International License by Ahmad Bayhaqi Saputra &lt;bayhaqisptr04@gmail.com&gt;.
To view a copy of this license, visit https://creativecommons.org/licenses/by-sa/4.0/legalcode
or send a letter to Creative Commons, PO Box 1866, Mountain View, CA 94042, USA.
Illustrations by Pixeltrue https://icons8.com/illustrations/author/5ec7b0e101d0360016f3d1b3 on icon8 (master slide "Table of content")
Photo by Dave Hoefler https://unsplash.com/fr/@iamthedave on Unsplash https://unsplash.com/fr/licence (slide 9)
    </dc:description>
  <dc:language>en-US</dc:language>
  <cp:lastModifiedBy/>
  <dcterms:modified xsi:type="dcterms:W3CDTF">2026-02-04T13:24:18Z</dcterms:modified>
  <cp:revision>10</cp:revision>
  <dc:subject/>
  <dc:title>Grey Elegant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